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43d5951adc4d37" /><Relationship Type="http://schemas.openxmlformats.org/officeDocument/2006/relationships/extended-properties" Target="/docProps/app.xml" Id="R78faf780ec86434c" /><Relationship Type="http://schemas.openxmlformats.org/officeDocument/2006/relationships/officeDocument" Target="/ppt/presentation.xml" Id="R60ddd21906db4a98" /></Relationships>
</file>

<file path=ppt/presentation.xml><?xml version="1.0" encoding="utf-8"?>
<p:presentation xmlns:p="http://schemas.openxmlformats.org/presentationml/2006/main">
  <p:sldMasterIdLst>
    <p:sldMasterId xmlns:r="http://schemas.openxmlformats.org/officeDocument/2006/relationships" id="2147483648" r:id="Rd5eef2c8f3864ec0"/>
  </p:sldMasterIdLst>
  <p:notesMasterIdLst>
    <p:notesMasterId xmlns:r="http://schemas.openxmlformats.org/officeDocument/2006/relationships" r:id="R1c2a437242344db1"/>
  </p:notesMasterIdLst>
  <p:sldIdLst>
    <p:sldId xmlns:r="http://schemas.openxmlformats.org/officeDocument/2006/relationships" id="256" r:id="R472e34a2a5b74c27"/>
    <p:sldId xmlns:r="http://schemas.openxmlformats.org/officeDocument/2006/relationships" id="257" r:id="R38d8e0270b8d4c27"/>
  </p:sldIdLst>
  <p:sldSz cx="16011525" cy="8915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0dac9fb21f4e20" /><Relationship Type="http://schemas.openxmlformats.org/officeDocument/2006/relationships/slideMaster" Target="/ppt/slideMasters/slideMaster1.xml" Id="Rd5eef2c8f3864ec0" /><Relationship Type="http://schemas.openxmlformats.org/officeDocument/2006/relationships/notesMaster" Target="/ppt/notesMasters/notesMaster1.xml" Id="R1c2a437242344db1" /><Relationship Type="http://schemas.openxmlformats.org/officeDocument/2006/relationships/presProps" Target="/ppt/presProps.xml" Id="Rced2130dece34059" /><Relationship Type="http://schemas.openxmlformats.org/officeDocument/2006/relationships/tableStyles" Target="/ppt/tableStyles.xml" Id="R66108fdfe42f40f6" /><Relationship Type="http://schemas.openxmlformats.org/officeDocument/2006/relationships/slide" Target="/ppt/slides/slide1.xml" Id="R472e34a2a5b74c27" /><Relationship Type="http://schemas.openxmlformats.org/officeDocument/2006/relationships/slide" Target="/ppt/slides/slide2.xml" Id="R38d8e0270b8d4c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b26b4075de4a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538031b2874184" /><Relationship Type="http://schemas.openxmlformats.org/officeDocument/2006/relationships/notesMaster" Target="/ppt/notesMasters/notesMaster1.xml" Id="R3b6ebb1f097743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5297e54f324d74" /><Relationship Type="http://schemas.openxmlformats.org/officeDocument/2006/relationships/notesMaster" Target="/ppt/notesMasters/notesMaster1.xml" Id="R4fbb2a486c8844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concept: Bradford-B-r1. Source: Marion M. Bradford, Analytical Biochemistry 72 (1976) 248–254, DOI 10.1016/0003-2697(76)90527-3; paper: https://hoffman.cm.utexas.edu/courses/bradford_assay.pdf. Standards, unknown and blank are measured separately with the same instrument; joining measurement lines do not mix physical samples. Protein/dye artwork is conceptual. All text, panels, equation components and arrows are native editable shapes. Every illustration position remains empty for manual assembly. The nonfunctional purple instrument arrow is omitted. Slide 2 is the numbered placement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concept: Bradford-B-r1. Source: Marion M. Bradford, Analytical Biochemistry 72 (1976) 248–254, DOI 10.1016/0003-2697(76)90527-3; paper: https://hoffman.cm.utexas.edu/courses/bradford_assay.pdf. Standards, unknown and blank are measured separately with the same instrument; joining measurement lines do not mix physical samples. Protein/dye artwork is conceptual. All text, panels, equation components and arrows are native editable shapes. Every illustration position remains empty for manual assembly. The nonfunctional purple instrument arrow is omitted. Slide 2 is the numbered placement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ea258e069547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50dcf1068047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c91d612dca41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4fb52074a942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427ab85f6549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f67148e3ca46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A38F39-B4BD-497D-A02B-AD36DFD1F585}"/>
              </a:ext>
            </a:extLst>
          </p:cNvPr>
          <p:cNvSpPr>
            <a:spLocks xmlns:a="http://schemas.openxmlformats.org/drawingml/2006/main" noGrp="1"/>
          </p:cNvSpPr>
          <p:nvPr>
            <p:ph type="title" idx="0"/>
          </p:nvPr>
        </p:nvSpPr>
        <p:spPr>
          <a:xfrm xmlns:a="http://schemas.openxmlformats.org/drawingml/2006/main">
            <a:off x="1601153" y="3368040"/>
            <a:ext cx="12809220" cy="12877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240" b="1">
                <a:solidFill>
                  <a:schemeClr val="tx1"/>
                </a:solidFill>
                <a:latin typeface="+mj-lt"/>
                <a:ea typeface="+mj-lt"/>
                <a:cs typeface="+mj-lt"/>
              </a:defRPr>
            </a:defPPr>
            <a:lvl1pPr marL="0" indent="0" algn="ctr">
              <a:lnSpc>
                <a:spcPct val="110000"/>
              </a:lnSpc>
              <a:spcBef>
                <a:spcPts val="0"/>
              </a:spcBef>
              <a:spcAft>
                <a:spcPts val="0"/>
              </a:spcAft>
              <a:buNone/>
              <a:defRPr sz="6240" b="1">
                <a:solidFill>
                  <a:schemeClr val="tx1"/>
                </a:solidFill>
                <a:latin typeface="+mj-lt"/>
                <a:ea typeface="+mj-lt"/>
                <a:cs typeface="+mj-lt"/>
              </a:defRPr>
            </a:lvl1pPr>
            <a:lvl2pPr marL="0" indent="0" algn="ctr">
              <a:lnSpc>
                <a:spcPct val="110000"/>
              </a:lnSpc>
              <a:spcBef>
                <a:spcPts val="0"/>
              </a:spcBef>
              <a:spcAft>
                <a:spcPts val="0"/>
              </a:spcAft>
              <a:buNone/>
              <a:defRPr sz="6240" b="1">
                <a:solidFill>
                  <a:schemeClr val="tx1"/>
                </a:solidFill>
                <a:latin typeface="+mj-lt"/>
                <a:ea typeface="+mj-lt"/>
                <a:cs typeface="+mj-lt"/>
              </a:defRPr>
            </a:lvl2pPr>
            <a:lvl3pPr marL="0" indent="0" algn="ctr">
              <a:lnSpc>
                <a:spcPct val="110000"/>
              </a:lnSpc>
              <a:spcBef>
                <a:spcPts val="0"/>
              </a:spcBef>
              <a:spcAft>
                <a:spcPts val="0"/>
              </a:spcAft>
              <a:buNone/>
              <a:defRPr sz="6240" b="1">
                <a:solidFill>
                  <a:schemeClr val="tx1"/>
                </a:solidFill>
                <a:latin typeface="+mj-lt"/>
                <a:ea typeface="+mj-lt"/>
                <a:cs typeface="+mj-lt"/>
              </a:defRPr>
            </a:lvl3pPr>
            <a:lvl4pPr marL="0" indent="0" algn="ctr">
              <a:lnSpc>
                <a:spcPct val="110000"/>
              </a:lnSpc>
              <a:spcBef>
                <a:spcPts val="0"/>
              </a:spcBef>
              <a:spcAft>
                <a:spcPts val="0"/>
              </a:spcAft>
              <a:buNone/>
              <a:defRPr sz="6240" b="1">
                <a:solidFill>
                  <a:schemeClr val="tx1"/>
                </a:solidFill>
                <a:latin typeface="+mj-lt"/>
                <a:ea typeface="+mj-lt"/>
                <a:cs typeface="+mj-lt"/>
              </a:defRPr>
            </a:lvl4pPr>
            <a:lvl5pPr marL="0" indent="0" algn="ctr">
              <a:lnSpc>
                <a:spcPct val="110000"/>
              </a:lnSpc>
              <a:spcBef>
                <a:spcPts val="0"/>
              </a:spcBef>
              <a:spcAft>
                <a:spcPts val="0"/>
              </a:spcAft>
              <a:buNone/>
              <a:defRPr sz="6240" b="1">
                <a:solidFill>
                  <a:schemeClr val="tx1"/>
                </a:solidFill>
                <a:latin typeface="+mj-lt"/>
                <a:ea typeface="+mj-lt"/>
                <a:cs typeface="+mj-lt"/>
              </a:defRPr>
            </a:lvl5pPr>
            <a:lvl6pPr marL="0" indent="0" algn="ctr">
              <a:lnSpc>
                <a:spcPct val="110000"/>
              </a:lnSpc>
              <a:spcBef>
                <a:spcPts val="0"/>
              </a:spcBef>
              <a:spcAft>
                <a:spcPts val="0"/>
              </a:spcAft>
              <a:buNone/>
              <a:defRPr sz="6240" b="1">
                <a:solidFill>
                  <a:schemeClr val="tx1"/>
                </a:solidFill>
                <a:latin typeface="+mj-lt"/>
                <a:ea typeface="+mj-lt"/>
                <a:cs typeface="+mj-lt"/>
              </a:defRPr>
            </a:lvl6pPr>
            <a:lvl7pPr marL="0" indent="0" algn="ctr">
              <a:lnSpc>
                <a:spcPct val="110000"/>
              </a:lnSpc>
              <a:spcBef>
                <a:spcPts val="0"/>
              </a:spcBef>
              <a:spcAft>
                <a:spcPts val="0"/>
              </a:spcAft>
              <a:buNone/>
              <a:defRPr sz="6240" b="1">
                <a:solidFill>
                  <a:schemeClr val="tx1"/>
                </a:solidFill>
                <a:latin typeface="+mj-lt"/>
                <a:ea typeface="+mj-lt"/>
                <a:cs typeface="+mj-lt"/>
              </a:defRPr>
            </a:lvl7pPr>
            <a:lvl8pPr marL="0" indent="0" algn="ctr">
              <a:lnSpc>
                <a:spcPct val="110000"/>
              </a:lnSpc>
              <a:spcBef>
                <a:spcPts val="0"/>
              </a:spcBef>
              <a:spcAft>
                <a:spcPts val="0"/>
              </a:spcAft>
              <a:buNone/>
              <a:defRPr sz="6240" b="1">
                <a:solidFill>
                  <a:schemeClr val="tx1"/>
                </a:solidFill>
                <a:latin typeface="+mj-lt"/>
                <a:ea typeface="+mj-lt"/>
                <a:cs typeface="+mj-lt"/>
              </a:defRPr>
            </a:lvl8pPr>
            <a:lvl9pPr marL="0" indent="0" algn="ctr">
              <a:lnSpc>
                <a:spcPct val="110000"/>
              </a:lnSpc>
              <a:spcBef>
                <a:spcPts val="0"/>
              </a:spcBef>
              <a:spcAft>
                <a:spcPts val="0"/>
              </a:spcAft>
              <a:buNone/>
              <a:defRPr sz="62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A2CB198-194E-47EF-860A-98743BC0A6B0}"/>
              </a:ext>
            </a:extLst>
          </p:cNvPr>
          <p:cNvSpPr>
            <a:spLocks xmlns:a="http://schemas.openxmlformats.org/drawingml/2006/main" noGrp="1"/>
          </p:cNvSpPr>
          <p:nvPr>
            <p:ph type="subTitle" idx="1"/>
          </p:nvPr>
        </p:nvSpPr>
        <p:spPr>
          <a:xfrm xmlns:a="http://schemas.openxmlformats.org/drawingml/2006/main">
            <a:off x="2401729" y="4903470"/>
            <a:ext cx="11208068"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730" b="0">
                <a:solidFill>
                  <a:schemeClr val="tx1"/>
                </a:solidFill>
                <a:latin typeface="+mn-lt"/>
                <a:ea typeface="+mn-lt"/>
                <a:cs typeface="+mn-lt"/>
              </a:defRPr>
            </a:defPPr>
            <a:lvl1pPr marL="0" indent="0" algn="ctr">
              <a:lnSpc>
                <a:spcPct val="110000"/>
              </a:lnSpc>
              <a:spcBef>
                <a:spcPts val="0"/>
              </a:spcBef>
              <a:spcAft>
                <a:spcPts val="0"/>
              </a:spcAft>
              <a:buNone/>
              <a:defRPr sz="2730" b="0">
                <a:solidFill>
                  <a:schemeClr val="tx1"/>
                </a:solidFill>
                <a:latin typeface="+mn-lt"/>
                <a:ea typeface="+mn-lt"/>
                <a:cs typeface="+mn-lt"/>
              </a:defRPr>
            </a:lvl1pPr>
            <a:lvl2pPr marL="0" indent="0" algn="ctr">
              <a:lnSpc>
                <a:spcPct val="110000"/>
              </a:lnSpc>
              <a:spcBef>
                <a:spcPts val="0"/>
              </a:spcBef>
              <a:spcAft>
                <a:spcPts val="0"/>
              </a:spcAft>
              <a:buNone/>
              <a:defRPr sz="2730" b="0">
                <a:solidFill>
                  <a:schemeClr val="tx1"/>
                </a:solidFill>
                <a:latin typeface="+mn-lt"/>
                <a:ea typeface="+mn-lt"/>
                <a:cs typeface="+mn-lt"/>
              </a:defRPr>
            </a:lvl2pPr>
            <a:lvl3pPr marL="0" indent="0" algn="ctr">
              <a:lnSpc>
                <a:spcPct val="110000"/>
              </a:lnSpc>
              <a:spcBef>
                <a:spcPts val="0"/>
              </a:spcBef>
              <a:spcAft>
                <a:spcPts val="0"/>
              </a:spcAft>
              <a:buNone/>
              <a:defRPr sz="2730" b="0">
                <a:solidFill>
                  <a:schemeClr val="tx1"/>
                </a:solidFill>
                <a:latin typeface="+mn-lt"/>
                <a:ea typeface="+mn-lt"/>
                <a:cs typeface="+mn-lt"/>
              </a:defRPr>
            </a:lvl3pPr>
            <a:lvl4pPr marL="0" indent="0" algn="ctr">
              <a:lnSpc>
                <a:spcPct val="110000"/>
              </a:lnSpc>
              <a:spcBef>
                <a:spcPts val="0"/>
              </a:spcBef>
              <a:spcAft>
                <a:spcPts val="0"/>
              </a:spcAft>
              <a:buNone/>
              <a:defRPr sz="2730" b="0">
                <a:solidFill>
                  <a:schemeClr val="tx1"/>
                </a:solidFill>
                <a:latin typeface="+mn-lt"/>
                <a:ea typeface="+mn-lt"/>
                <a:cs typeface="+mn-lt"/>
              </a:defRPr>
            </a:lvl4pPr>
            <a:lvl5pPr marL="0" indent="0" algn="ctr">
              <a:lnSpc>
                <a:spcPct val="110000"/>
              </a:lnSpc>
              <a:spcBef>
                <a:spcPts val="0"/>
              </a:spcBef>
              <a:spcAft>
                <a:spcPts val="0"/>
              </a:spcAft>
              <a:buNone/>
              <a:defRPr sz="2730" b="0">
                <a:solidFill>
                  <a:schemeClr val="tx1"/>
                </a:solidFill>
                <a:latin typeface="+mn-lt"/>
                <a:ea typeface="+mn-lt"/>
                <a:cs typeface="+mn-lt"/>
              </a:defRPr>
            </a:lvl5pPr>
            <a:lvl6pPr marL="0" indent="0" algn="ctr">
              <a:lnSpc>
                <a:spcPct val="110000"/>
              </a:lnSpc>
              <a:spcBef>
                <a:spcPts val="0"/>
              </a:spcBef>
              <a:spcAft>
                <a:spcPts val="0"/>
              </a:spcAft>
              <a:buNone/>
              <a:defRPr sz="2730" b="0">
                <a:solidFill>
                  <a:schemeClr val="tx1"/>
                </a:solidFill>
                <a:latin typeface="+mn-lt"/>
                <a:ea typeface="+mn-lt"/>
                <a:cs typeface="+mn-lt"/>
              </a:defRPr>
            </a:lvl6pPr>
            <a:lvl7pPr marL="0" indent="0" algn="ctr">
              <a:lnSpc>
                <a:spcPct val="110000"/>
              </a:lnSpc>
              <a:spcBef>
                <a:spcPts val="0"/>
              </a:spcBef>
              <a:spcAft>
                <a:spcPts val="0"/>
              </a:spcAft>
              <a:buNone/>
              <a:defRPr sz="2730" b="0">
                <a:solidFill>
                  <a:schemeClr val="tx1"/>
                </a:solidFill>
                <a:latin typeface="+mn-lt"/>
                <a:ea typeface="+mn-lt"/>
                <a:cs typeface="+mn-lt"/>
              </a:defRPr>
            </a:lvl7pPr>
            <a:lvl8pPr marL="0" indent="0" algn="ctr">
              <a:lnSpc>
                <a:spcPct val="110000"/>
              </a:lnSpc>
              <a:spcBef>
                <a:spcPts val="0"/>
              </a:spcBef>
              <a:spcAft>
                <a:spcPts val="0"/>
              </a:spcAft>
              <a:buNone/>
              <a:defRPr sz="2730" b="0">
                <a:solidFill>
                  <a:schemeClr val="tx1"/>
                </a:solidFill>
                <a:latin typeface="+mn-lt"/>
                <a:ea typeface="+mn-lt"/>
                <a:cs typeface="+mn-lt"/>
              </a:defRPr>
            </a:lvl8pPr>
            <a:lvl9pPr marL="0" indent="0" algn="ctr">
              <a:lnSpc>
                <a:spcPct val="110000"/>
              </a:lnSpc>
              <a:spcBef>
                <a:spcPts val="0"/>
              </a:spcBef>
              <a:spcAft>
                <a:spcPts val="0"/>
              </a:spcAft>
              <a:buNone/>
              <a:defRPr sz="27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A01A82-E188-48D1-A5DD-4CD4A22294E4}"/>
              </a:ext>
            </a:extLst>
          </p:cNvPr>
          <p:cNvSpPr>
            <a:spLocks xmlns:a="http://schemas.openxmlformats.org/drawingml/2006/main" noGrp="1"/>
          </p:cNvSpPr>
          <p:nvPr>
            <p:ph type="title" idx="0"/>
          </p:nvPr>
        </p:nvSpPr>
        <p:spPr>
          <a:xfrm xmlns:a="http://schemas.openxmlformats.org/drawingml/2006/main">
            <a:off x="1601153" y="3714750"/>
            <a:ext cx="1280922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60" b="1">
                <a:solidFill>
                  <a:schemeClr val="tx1"/>
                </a:solidFill>
                <a:latin typeface="+mj-lt"/>
                <a:ea typeface="+mj-lt"/>
                <a:cs typeface="+mj-lt"/>
              </a:defRPr>
            </a:defPPr>
            <a:lvl1pPr marL="0" indent="0" algn="ctr">
              <a:lnSpc>
                <a:spcPct val="110000"/>
              </a:lnSpc>
              <a:spcBef>
                <a:spcPts val="0"/>
              </a:spcBef>
              <a:spcAft>
                <a:spcPts val="0"/>
              </a:spcAft>
              <a:buNone/>
              <a:defRPr sz="5460" b="1">
                <a:solidFill>
                  <a:schemeClr val="tx1"/>
                </a:solidFill>
                <a:latin typeface="+mj-lt"/>
                <a:ea typeface="+mj-lt"/>
                <a:cs typeface="+mj-lt"/>
              </a:defRPr>
            </a:lvl1pPr>
            <a:lvl2pPr marL="0" indent="0" algn="ctr">
              <a:lnSpc>
                <a:spcPct val="110000"/>
              </a:lnSpc>
              <a:spcBef>
                <a:spcPts val="0"/>
              </a:spcBef>
              <a:spcAft>
                <a:spcPts val="0"/>
              </a:spcAft>
              <a:buNone/>
              <a:defRPr sz="5460" b="1">
                <a:solidFill>
                  <a:schemeClr val="tx1"/>
                </a:solidFill>
                <a:latin typeface="+mj-lt"/>
                <a:ea typeface="+mj-lt"/>
                <a:cs typeface="+mj-lt"/>
              </a:defRPr>
            </a:lvl2pPr>
            <a:lvl3pPr marL="0" indent="0" algn="ctr">
              <a:lnSpc>
                <a:spcPct val="110000"/>
              </a:lnSpc>
              <a:spcBef>
                <a:spcPts val="0"/>
              </a:spcBef>
              <a:spcAft>
                <a:spcPts val="0"/>
              </a:spcAft>
              <a:buNone/>
              <a:defRPr sz="5460" b="1">
                <a:solidFill>
                  <a:schemeClr val="tx1"/>
                </a:solidFill>
                <a:latin typeface="+mj-lt"/>
                <a:ea typeface="+mj-lt"/>
                <a:cs typeface="+mj-lt"/>
              </a:defRPr>
            </a:lvl3pPr>
            <a:lvl4pPr marL="0" indent="0" algn="ctr">
              <a:lnSpc>
                <a:spcPct val="110000"/>
              </a:lnSpc>
              <a:spcBef>
                <a:spcPts val="0"/>
              </a:spcBef>
              <a:spcAft>
                <a:spcPts val="0"/>
              </a:spcAft>
              <a:buNone/>
              <a:defRPr sz="5460" b="1">
                <a:solidFill>
                  <a:schemeClr val="tx1"/>
                </a:solidFill>
                <a:latin typeface="+mj-lt"/>
                <a:ea typeface="+mj-lt"/>
                <a:cs typeface="+mj-lt"/>
              </a:defRPr>
            </a:lvl4pPr>
            <a:lvl5pPr marL="0" indent="0" algn="ctr">
              <a:lnSpc>
                <a:spcPct val="110000"/>
              </a:lnSpc>
              <a:spcBef>
                <a:spcPts val="0"/>
              </a:spcBef>
              <a:spcAft>
                <a:spcPts val="0"/>
              </a:spcAft>
              <a:buNone/>
              <a:defRPr sz="5460" b="1">
                <a:solidFill>
                  <a:schemeClr val="tx1"/>
                </a:solidFill>
                <a:latin typeface="+mj-lt"/>
                <a:ea typeface="+mj-lt"/>
                <a:cs typeface="+mj-lt"/>
              </a:defRPr>
            </a:lvl5pPr>
            <a:lvl6pPr marL="0" indent="0" algn="ctr">
              <a:lnSpc>
                <a:spcPct val="110000"/>
              </a:lnSpc>
              <a:spcBef>
                <a:spcPts val="0"/>
              </a:spcBef>
              <a:spcAft>
                <a:spcPts val="0"/>
              </a:spcAft>
              <a:buNone/>
              <a:defRPr sz="5460" b="1">
                <a:solidFill>
                  <a:schemeClr val="tx1"/>
                </a:solidFill>
                <a:latin typeface="+mj-lt"/>
                <a:ea typeface="+mj-lt"/>
                <a:cs typeface="+mj-lt"/>
              </a:defRPr>
            </a:lvl6pPr>
            <a:lvl7pPr marL="0" indent="0" algn="ctr">
              <a:lnSpc>
                <a:spcPct val="110000"/>
              </a:lnSpc>
              <a:spcBef>
                <a:spcPts val="0"/>
              </a:spcBef>
              <a:spcAft>
                <a:spcPts val="0"/>
              </a:spcAft>
              <a:buNone/>
              <a:defRPr sz="5460" b="1">
                <a:solidFill>
                  <a:schemeClr val="tx1"/>
                </a:solidFill>
                <a:latin typeface="+mj-lt"/>
                <a:ea typeface="+mj-lt"/>
                <a:cs typeface="+mj-lt"/>
              </a:defRPr>
            </a:lvl7pPr>
            <a:lvl8pPr marL="0" indent="0" algn="ctr">
              <a:lnSpc>
                <a:spcPct val="110000"/>
              </a:lnSpc>
              <a:spcBef>
                <a:spcPts val="0"/>
              </a:spcBef>
              <a:spcAft>
                <a:spcPts val="0"/>
              </a:spcAft>
              <a:buNone/>
              <a:defRPr sz="5460" b="1">
                <a:solidFill>
                  <a:schemeClr val="tx1"/>
                </a:solidFill>
                <a:latin typeface="+mj-lt"/>
                <a:ea typeface="+mj-lt"/>
                <a:cs typeface="+mj-lt"/>
              </a:defRPr>
            </a:lvl8pPr>
            <a:lvl9pPr marL="0" indent="0" algn="ctr">
              <a:lnSpc>
                <a:spcPct val="110000"/>
              </a:lnSpc>
              <a:spcBef>
                <a:spcPts val="0"/>
              </a:spcBef>
              <a:spcAft>
                <a:spcPts val="0"/>
              </a:spcAft>
              <a:buNone/>
              <a:defRPr sz="54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50B5D0-779F-4D02-8F76-52C3BA881E42}"/>
              </a:ext>
            </a:extLst>
          </p:cNvPr>
          <p:cNvSpPr>
            <a:spLocks xmlns:a="http://schemas.openxmlformats.org/drawingml/2006/main" noGrp="1"/>
          </p:cNvSpPr>
          <p:nvPr>
            <p:ph type="title" idx="0"/>
          </p:nvPr>
        </p:nvSpPr>
        <p:spPr>
          <a:xfrm xmlns:a="http://schemas.openxmlformats.org/drawingml/2006/main">
            <a:off x="900648" y="693420"/>
            <a:ext cx="14210228" cy="10896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90" b="1">
                <a:solidFill>
                  <a:schemeClr val="tx1"/>
                </a:solidFill>
                <a:latin typeface="+mj-lt"/>
                <a:ea typeface="+mj-lt"/>
                <a:cs typeface="+mj-lt"/>
              </a:defRPr>
            </a:defPPr>
            <a:lvl1pPr marL="0" indent="0" algn="l">
              <a:lnSpc>
                <a:spcPct val="110000"/>
              </a:lnSpc>
              <a:spcBef>
                <a:spcPts val="0"/>
              </a:spcBef>
              <a:spcAft>
                <a:spcPts val="0"/>
              </a:spcAft>
              <a:buNone/>
              <a:defRPr sz="4290" b="1">
                <a:solidFill>
                  <a:schemeClr val="tx1"/>
                </a:solidFill>
                <a:latin typeface="+mj-lt"/>
                <a:ea typeface="+mj-lt"/>
                <a:cs typeface="+mj-lt"/>
              </a:defRPr>
            </a:lvl1pPr>
            <a:lvl2pPr marL="0" indent="0" algn="l">
              <a:lnSpc>
                <a:spcPct val="110000"/>
              </a:lnSpc>
              <a:spcBef>
                <a:spcPts val="0"/>
              </a:spcBef>
              <a:spcAft>
                <a:spcPts val="0"/>
              </a:spcAft>
              <a:buNone/>
              <a:defRPr sz="4290" b="1">
                <a:solidFill>
                  <a:schemeClr val="tx1"/>
                </a:solidFill>
                <a:latin typeface="+mj-lt"/>
                <a:ea typeface="+mj-lt"/>
                <a:cs typeface="+mj-lt"/>
              </a:defRPr>
            </a:lvl2pPr>
            <a:lvl3pPr marL="0" indent="0" algn="l">
              <a:lnSpc>
                <a:spcPct val="110000"/>
              </a:lnSpc>
              <a:spcBef>
                <a:spcPts val="0"/>
              </a:spcBef>
              <a:spcAft>
                <a:spcPts val="0"/>
              </a:spcAft>
              <a:buNone/>
              <a:defRPr sz="4290" b="1">
                <a:solidFill>
                  <a:schemeClr val="tx1"/>
                </a:solidFill>
                <a:latin typeface="+mj-lt"/>
                <a:ea typeface="+mj-lt"/>
                <a:cs typeface="+mj-lt"/>
              </a:defRPr>
            </a:lvl3pPr>
            <a:lvl4pPr marL="0" indent="0" algn="l">
              <a:lnSpc>
                <a:spcPct val="110000"/>
              </a:lnSpc>
              <a:spcBef>
                <a:spcPts val="0"/>
              </a:spcBef>
              <a:spcAft>
                <a:spcPts val="0"/>
              </a:spcAft>
              <a:buNone/>
              <a:defRPr sz="4290" b="1">
                <a:solidFill>
                  <a:schemeClr val="tx1"/>
                </a:solidFill>
                <a:latin typeface="+mj-lt"/>
                <a:ea typeface="+mj-lt"/>
                <a:cs typeface="+mj-lt"/>
              </a:defRPr>
            </a:lvl4pPr>
            <a:lvl5pPr marL="0" indent="0" algn="l">
              <a:lnSpc>
                <a:spcPct val="110000"/>
              </a:lnSpc>
              <a:spcBef>
                <a:spcPts val="0"/>
              </a:spcBef>
              <a:spcAft>
                <a:spcPts val="0"/>
              </a:spcAft>
              <a:buNone/>
              <a:defRPr sz="4290" b="1">
                <a:solidFill>
                  <a:schemeClr val="tx1"/>
                </a:solidFill>
                <a:latin typeface="+mj-lt"/>
                <a:ea typeface="+mj-lt"/>
                <a:cs typeface="+mj-lt"/>
              </a:defRPr>
            </a:lvl5pPr>
            <a:lvl6pPr marL="0" indent="0" algn="l">
              <a:lnSpc>
                <a:spcPct val="110000"/>
              </a:lnSpc>
              <a:spcBef>
                <a:spcPts val="0"/>
              </a:spcBef>
              <a:spcAft>
                <a:spcPts val="0"/>
              </a:spcAft>
              <a:buNone/>
              <a:defRPr sz="4290" b="1">
                <a:solidFill>
                  <a:schemeClr val="tx1"/>
                </a:solidFill>
                <a:latin typeface="+mj-lt"/>
                <a:ea typeface="+mj-lt"/>
                <a:cs typeface="+mj-lt"/>
              </a:defRPr>
            </a:lvl6pPr>
            <a:lvl7pPr marL="0" indent="0" algn="l">
              <a:lnSpc>
                <a:spcPct val="110000"/>
              </a:lnSpc>
              <a:spcBef>
                <a:spcPts val="0"/>
              </a:spcBef>
              <a:spcAft>
                <a:spcPts val="0"/>
              </a:spcAft>
              <a:buNone/>
              <a:defRPr sz="4290" b="1">
                <a:solidFill>
                  <a:schemeClr val="tx1"/>
                </a:solidFill>
                <a:latin typeface="+mj-lt"/>
                <a:ea typeface="+mj-lt"/>
                <a:cs typeface="+mj-lt"/>
              </a:defRPr>
            </a:lvl7pPr>
            <a:lvl8pPr marL="0" indent="0" algn="l">
              <a:lnSpc>
                <a:spcPct val="110000"/>
              </a:lnSpc>
              <a:spcBef>
                <a:spcPts val="0"/>
              </a:spcBef>
              <a:spcAft>
                <a:spcPts val="0"/>
              </a:spcAft>
              <a:buNone/>
              <a:defRPr sz="4290" b="1">
                <a:solidFill>
                  <a:schemeClr val="tx1"/>
                </a:solidFill>
                <a:latin typeface="+mj-lt"/>
                <a:ea typeface="+mj-lt"/>
                <a:cs typeface="+mj-lt"/>
              </a:defRPr>
            </a:lvl8pPr>
            <a:lvl9pPr marL="0" indent="0" algn="l">
              <a:lnSpc>
                <a:spcPct val="110000"/>
              </a:lnSpc>
              <a:spcBef>
                <a:spcPts val="0"/>
              </a:spcBef>
              <a:spcAft>
                <a:spcPts val="0"/>
              </a:spcAft>
              <a:buNone/>
              <a:defRPr sz="42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D3BC55-2430-4A3B-9B95-2B4426D80EFA}"/>
              </a:ext>
            </a:extLst>
          </p:cNvPr>
          <p:cNvSpPr>
            <a:spLocks xmlns:a="http://schemas.openxmlformats.org/drawingml/2006/main" noGrp="1"/>
          </p:cNvSpPr>
          <p:nvPr>
            <p:ph type="body" idx="1"/>
          </p:nvPr>
        </p:nvSpPr>
        <p:spPr>
          <a:xfrm xmlns:a="http://schemas.openxmlformats.org/drawingml/2006/main">
            <a:off x="900648" y="2476500"/>
            <a:ext cx="14210228" cy="5547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925" b="0">
                <a:solidFill>
                  <a:schemeClr val="tx1"/>
                </a:solidFill>
                <a:latin typeface="+mn-lt"/>
                <a:ea typeface="+mn-lt"/>
                <a:cs typeface="+mn-lt"/>
              </a:defRPr>
            </a:defPPr>
            <a:lvl1pPr marL="297180" indent="-297180" algn="l">
              <a:lnSpc>
                <a:spcPct val="110000"/>
              </a:lnSpc>
              <a:spcBef>
                <a:spcPts val="0"/>
              </a:spcBef>
              <a:spcAft>
                <a:spcPts val="1560"/>
              </a:spcAft>
              <a:buChar char="•"/>
              <a:defRPr sz="2925" b="0">
                <a:solidFill>
                  <a:schemeClr val="tx1"/>
                </a:solidFill>
                <a:latin typeface="+mn-lt"/>
                <a:ea typeface="+mn-lt"/>
                <a:cs typeface="+mn-lt"/>
              </a:defRPr>
            </a:lvl1pPr>
            <a:lvl2pPr marL="693420" indent="-297180" algn="l">
              <a:lnSpc>
                <a:spcPct val="110000"/>
              </a:lnSpc>
              <a:spcBef>
                <a:spcPts val="0"/>
              </a:spcBef>
              <a:spcAft>
                <a:spcPts val="1560"/>
              </a:spcAft>
              <a:buChar char="•"/>
              <a:defRPr sz="2925" b="0">
                <a:solidFill>
                  <a:schemeClr val="tx1"/>
                </a:solidFill>
                <a:latin typeface="+mn-lt"/>
                <a:ea typeface="+mn-lt"/>
                <a:cs typeface="+mn-lt"/>
              </a:defRPr>
            </a:lvl2pPr>
            <a:lvl3pPr marL="1089660" indent="-297180" algn="l">
              <a:lnSpc>
                <a:spcPct val="110000"/>
              </a:lnSpc>
              <a:spcBef>
                <a:spcPts val="0"/>
              </a:spcBef>
              <a:spcAft>
                <a:spcPts val="1560"/>
              </a:spcAft>
              <a:buChar char="•"/>
              <a:defRPr sz="2925" b="0">
                <a:solidFill>
                  <a:schemeClr val="tx1"/>
                </a:solidFill>
                <a:latin typeface="+mn-lt"/>
                <a:ea typeface="+mn-lt"/>
                <a:cs typeface="+mn-lt"/>
              </a:defRPr>
            </a:lvl3pPr>
            <a:lvl4pPr marL="1485900" indent="-297180" algn="l">
              <a:lnSpc>
                <a:spcPct val="110000"/>
              </a:lnSpc>
              <a:spcBef>
                <a:spcPts val="0"/>
              </a:spcBef>
              <a:spcAft>
                <a:spcPts val="1560"/>
              </a:spcAft>
              <a:buChar char="•"/>
              <a:defRPr sz="2925" b="0">
                <a:solidFill>
                  <a:schemeClr val="tx1"/>
                </a:solidFill>
                <a:latin typeface="+mn-lt"/>
                <a:ea typeface="+mn-lt"/>
                <a:cs typeface="+mn-lt"/>
              </a:defRPr>
            </a:lvl4pPr>
            <a:lvl5pPr marL="1882140" indent="-297180" algn="l">
              <a:lnSpc>
                <a:spcPct val="110000"/>
              </a:lnSpc>
              <a:spcBef>
                <a:spcPts val="0"/>
              </a:spcBef>
              <a:spcAft>
                <a:spcPts val="1560"/>
              </a:spcAft>
              <a:buChar char="•"/>
              <a:defRPr sz="2925" b="0">
                <a:solidFill>
                  <a:schemeClr val="tx1"/>
                </a:solidFill>
                <a:latin typeface="+mn-lt"/>
                <a:ea typeface="+mn-lt"/>
                <a:cs typeface="+mn-lt"/>
              </a:defRPr>
            </a:lvl5pPr>
            <a:lvl6pPr marL="2278380" indent="-297180" algn="l">
              <a:lnSpc>
                <a:spcPct val="110000"/>
              </a:lnSpc>
              <a:spcBef>
                <a:spcPts val="0"/>
              </a:spcBef>
              <a:spcAft>
                <a:spcPts val="1560"/>
              </a:spcAft>
              <a:buChar char="•"/>
              <a:defRPr sz="2925" b="0">
                <a:solidFill>
                  <a:schemeClr val="tx1"/>
                </a:solidFill>
                <a:latin typeface="+mn-lt"/>
                <a:ea typeface="+mn-lt"/>
                <a:cs typeface="+mn-lt"/>
              </a:defRPr>
            </a:lvl6pPr>
            <a:lvl7pPr marL="2674620" indent="-297180" algn="l">
              <a:lnSpc>
                <a:spcPct val="110000"/>
              </a:lnSpc>
              <a:spcBef>
                <a:spcPts val="0"/>
              </a:spcBef>
              <a:spcAft>
                <a:spcPts val="1560"/>
              </a:spcAft>
              <a:buChar char="•"/>
              <a:defRPr sz="2925" b="0">
                <a:solidFill>
                  <a:schemeClr val="tx1"/>
                </a:solidFill>
                <a:latin typeface="+mn-lt"/>
                <a:ea typeface="+mn-lt"/>
                <a:cs typeface="+mn-lt"/>
              </a:defRPr>
            </a:lvl7pPr>
            <a:lvl8pPr marL="3070860" indent="-297180" algn="l">
              <a:lnSpc>
                <a:spcPct val="110000"/>
              </a:lnSpc>
              <a:spcBef>
                <a:spcPts val="0"/>
              </a:spcBef>
              <a:spcAft>
                <a:spcPts val="1560"/>
              </a:spcAft>
              <a:buChar char="•"/>
              <a:defRPr sz="2925" b="0">
                <a:solidFill>
                  <a:schemeClr val="tx1"/>
                </a:solidFill>
                <a:latin typeface="+mn-lt"/>
                <a:ea typeface="+mn-lt"/>
                <a:cs typeface="+mn-lt"/>
              </a:defRPr>
            </a:lvl8pPr>
            <a:lvl9pPr marL="3467100" indent="-297180" algn="l">
              <a:lnSpc>
                <a:spcPct val="110000"/>
              </a:lnSpc>
              <a:spcBef>
                <a:spcPts val="0"/>
              </a:spcBef>
              <a:spcAft>
                <a:spcPts val="1560"/>
              </a:spcAft>
              <a:buChar char="•"/>
              <a:defRPr sz="292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4818F3-4AB9-476F-AEE2-A4B37BFF7713}"/>
              </a:ext>
            </a:extLst>
          </p:cNvPr>
          <p:cNvSpPr>
            <a:spLocks xmlns:a="http://schemas.openxmlformats.org/drawingml/2006/main" noGrp="1"/>
          </p:cNvSpPr>
          <p:nvPr>
            <p:ph type="title" idx="0"/>
          </p:nvPr>
        </p:nvSpPr>
        <p:spPr>
          <a:xfrm xmlns:a="http://schemas.openxmlformats.org/drawingml/2006/main">
            <a:off x="900648" y="693420"/>
            <a:ext cx="14210228" cy="10896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90" b="1">
                <a:solidFill>
                  <a:schemeClr val="tx1"/>
                </a:solidFill>
                <a:latin typeface="+mj-lt"/>
                <a:ea typeface="+mj-lt"/>
                <a:cs typeface="+mj-lt"/>
              </a:defRPr>
            </a:defPPr>
            <a:lvl1pPr marL="0" indent="0" algn="l">
              <a:lnSpc>
                <a:spcPct val="110000"/>
              </a:lnSpc>
              <a:spcBef>
                <a:spcPts val="0"/>
              </a:spcBef>
              <a:spcAft>
                <a:spcPts val="0"/>
              </a:spcAft>
              <a:buNone/>
              <a:defRPr sz="4290" b="1">
                <a:solidFill>
                  <a:schemeClr val="tx1"/>
                </a:solidFill>
                <a:latin typeface="+mj-lt"/>
                <a:ea typeface="+mj-lt"/>
                <a:cs typeface="+mj-lt"/>
              </a:defRPr>
            </a:lvl1pPr>
            <a:lvl2pPr marL="0" indent="0" algn="l">
              <a:lnSpc>
                <a:spcPct val="110000"/>
              </a:lnSpc>
              <a:spcBef>
                <a:spcPts val="0"/>
              </a:spcBef>
              <a:spcAft>
                <a:spcPts val="0"/>
              </a:spcAft>
              <a:buNone/>
              <a:defRPr sz="4290" b="1">
                <a:solidFill>
                  <a:schemeClr val="tx1"/>
                </a:solidFill>
                <a:latin typeface="+mj-lt"/>
                <a:ea typeface="+mj-lt"/>
                <a:cs typeface="+mj-lt"/>
              </a:defRPr>
            </a:lvl2pPr>
            <a:lvl3pPr marL="0" indent="0" algn="l">
              <a:lnSpc>
                <a:spcPct val="110000"/>
              </a:lnSpc>
              <a:spcBef>
                <a:spcPts val="0"/>
              </a:spcBef>
              <a:spcAft>
                <a:spcPts val="0"/>
              </a:spcAft>
              <a:buNone/>
              <a:defRPr sz="4290" b="1">
                <a:solidFill>
                  <a:schemeClr val="tx1"/>
                </a:solidFill>
                <a:latin typeface="+mj-lt"/>
                <a:ea typeface="+mj-lt"/>
                <a:cs typeface="+mj-lt"/>
              </a:defRPr>
            </a:lvl3pPr>
            <a:lvl4pPr marL="0" indent="0" algn="l">
              <a:lnSpc>
                <a:spcPct val="110000"/>
              </a:lnSpc>
              <a:spcBef>
                <a:spcPts val="0"/>
              </a:spcBef>
              <a:spcAft>
                <a:spcPts val="0"/>
              </a:spcAft>
              <a:buNone/>
              <a:defRPr sz="4290" b="1">
                <a:solidFill>
                  <a:schemeClr val="tx1"/>
                </a:solidFill>
                <a:latin typeface="+mj-lt"/>
                <a:ea typeface="+mj-lt"/>
                <a:cs typeface="+mj-lt"/>
              </a:defRPr>
            </a:lvl4pPr>
            <a:lvl5pPr marL="0" indent="0" algn="l">
              <a:lnSpc>
                <a:spcPct val="110000"/>
              </a:lnSpc>
              <a:spcBef>
                <a:spcPts val="0"/>
              </a:spcBef>
              <a:spcAft>
                <a:spcPts val="0"/>
              </a:spcAft>
              <a:buNone/>
              <a:defRPr sz="4290" b="1">
                <a:solidFill>
                  <a:schemeClr val="tx1"/>
                </a:solidFill>
                <a:latin typeface="+mj-lt"/>
                <a:ea typeface="+mj-lt"/>
                <a:cs typeface="+mj-lt"/>
              </a:defRPr>
            </a:lvl5pPr>
            <a:lvl6pPr marL="0" indent="0" algn="l">
              <a:lnSpc>
                <a:spcPct val="110000"/>
              </a:lnSpc>
              <a:spcBef>
                <a:spcPts val="0"/>
              </a:spcBef>
              <a:spcAft>
                <a:spcPts val="0"/>
              </a:spcAft>
              <a:buNone/>
              <a:defRPr sz="4290" b="1">
                <a:solidFill>
                  <a:schemeClr val="tx1"/>
                </a:solidFill>
                <a:latin typeface="+mj-lt"/>
                <a:ea typeface="+mj-lt"/>
                <a:cs typeface="+mj-lt"/>
              </a:defRPr>
            </a:lvl6pPr>
            <a:lvl7pPr marL="0" indent="0" algn="l">
              <a:lnSpc>
                <a:spcPct val="110000"/>
              </a:lnSpc>
              <a:spcBef>
                <a:spcPts val="0"/>
              </a:spcBef>
              <a:spcAft>
                <a:spcPts val="0"/>
              </a:spcAft>
              <a:buNone/>
              <a:defRPr sz="4290" b="1">
                <a:solidFill>
                  <a:schemeClr val="tx1"/>
                </a:solidFill>
                <a:latin typeface="+mj-lt"/>
                <a:ea typeface="+mj-lt"/>
                <a:cs typeface="+mj-lt"/>
              </a:defRPr>
            </a:lvl7pPr>
            <a:lvl8pPr marL="0" indent="0" algn="l">
              <a:lnSpc>
                <a:spcPct val="110000"/>
              </a:lnSpc>
              <a:spcBef>
                <a:spcPts val="0"/>
              </a:spcBef>
              <a:spcAft>
                <a:spcPts val="0"/>
              </a:spcAft>
              <a:buNone/>
              <a:defRPr sz="4290" b="1">
                <a:solidFill>
                  <a:schemeClr val="tx1"/>
                </a:solidFill>
                <a:latin typeface="+mj-lt"/>
                <a:ea typeface="+mj-lt"/>
                <a:cs typeface="+mj-lt"/>
              </a:defRPr>
            </a:lvl8pPr>
            <a:lvl9pPr marL="0" indent="0" algn="l">
              <a:lnSpc>
                <a:spcPct val="110000"/>
              </a:lnSpc>
              <a:spcBef>
                <a:spcPts val="0"/>
              </a:spcBef>
              <a:spcAft>
                <a:spcPts val="0"/>
              </a:spcAft>
              <a:buNone/>
              <a:defRPr sz="42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0E4FB9-9681-4633-83E3-8559A028ACB2}"/>
              </a:ext>
            </a:extLst>
          </p:cNvPr>
          <p:cNvSpPr>
            <a:spLocks xmlns:a="http://schemas.openxmlformats.org/drawingml/2006/main" noGrp="1"/>
          </p:cNvSpPr>
          <p:nvPr>
            <p:ph type="body" idx="1"/>
          </p:nvPr>
        </p:nvSpPr>
        <p:spPr>
          <a:xfrm xmlns:a="http://schemas.openxmlformats.org/drawingml/2006/main">
            <a:off x="900648" y="2476500"/>
            <a:ext cx="6604754" cy="5547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30" b="0">
                <a:solidFill>
                  <a:schemeClr val="tx1"/>
                </a:solidFill>
                <a:latin typeface="+mn-lt"/>
                <a:ea typeface="+mn-lt"/>
                <a:cs typeface="+mn-lt"/>
              </a:defRPr>
            </a:defPPr>
            <a:lvl1pPr marL="297180" indent="-297180" algn="l">
              <a:lnSpc>
                <a:spcPct val="110000"/>
              </a:lnSpc>
              <a:spcBef>
                <a:spcPts val="0"/>
              </a:spcBef>
              <a:spcAft>
                <a:spcPts val="1560"/>
              </a:spcAft>
              <a:buChar char="•"/>
              <a:defRPr sz="2730" b="0">
                <a:solidFill>
                  <a:schemeClr val="tx1"/>
                </a:solidFill>
                <a:latin typeface="+mn-lt"/>
                <a:ea typeface="+mn-lt"/>
                <a:cs typeface="+mn-lt"/>
              </a:defRPr>
            </a:lvl1pPr>
            <a:lvl2pPr marL="693420" indent="-297180" algn="l">
              <a:lnSpc>
                <a:spcPct val="110000"/>
              </a:lnSpc>
              <a:spcBef>
                <a:spcPts val="0"/>
              </a:spcBef>
              <a:spcAft>
                <a:spcPts val="1560"/>
              </a:spcAft>
              <a:buChar char="•"/>
              <a:defRPr sz="2730" b="0">
                <a:solidFill>
                  <a:schemeClr val="tx1"/>
                </a:solidFill>
                <a:latin typeface="+mn-lt"/>
                <a:ea typeface="+mn-lt"/>
                <a:cs typeface="+mn-lt"/>
              </a:defRPr>
            </a:lvl2pPr>
            <a:lvl3pPr marL="1089660" indent="-297180" algn="l">
              <a:lnSpc>
                <a:spcPct val="110000"/>
              </a:lnSpc>
              <a:spcBef>
                <a:spcPts val="0"/>
              </a:spcBef>
              <a:spcAft>
                <a:spcPts val="1560"/>
              </a:spcAft>
              <a:buChar char="•"/>
              <a:defRPr sz="2730" b="0">
                <a:solidFill>
                  <a:schemeClr val="tx1"/>
                </a:solidFill>
                <a:latin typeface="+mn-lt"/>
                <a:ea typeface="+mn-lt"/>
                <a:cs typeface="+mn-lt"/>
              </a:defRPr>
            </a:lvl3pPr>
            <a:lvl4pPr marL="1485900" indent="-297180" algn="l">
              <a:lnSpc>
                <a:spcPct val="110000"/>
              </a:lnSpc>
              <a:spcBef>
                <a:spcPts val="0"/>
              </a:spcBef>
              <a:spcAft>
                <a:spcPts val="1560"/>
              </a:spcAft>
              <a:buChar char="•"/>
              <a:defRPr sz="2730" b="0">
                <a:solidFill>
                  <a:schemeClr val="tx1"/>
                </a:solidFill>
                <a:latin typeface="+mn-lt"/>
                <a:ea typeface="+mn-lt"/>
                <a:cs typeface="+mn-lt"/>
              </a:defRPr>
            </a:lvl4pPr>
            <a:lvl5pPr marL="1882140" indent="-297180" algn="l">
              <a:lnSpc>
                <a:spcPct val="110000"/>
              </a:lnSpc>
              <a:spcBef>
                <a:spcPts val="0"/>
              </a:spcBef>
              <a:spcAft>
                <a:spcPts val="1560"/>
              </a:spcAft>
              <a:buChar char="•"/>
              <a:defRPr sz="2730" b="0">
                <a:solidFill>
                  <a:schemeClr val="tx1"/>
                </a:solidFill>
                <a:latin typeface="+mn-lt"/>
                <a:ea typeface="+mn-lt"/>
                <a:cs typeface="+mn-lt"/>
              </a:defRPr>
            </a:lvl5pPr>
            <a:lvl6pPr marL="2278380" indent="-297180" algn="l">
              <a:lnSpc>
                <a:spcPct val="110000"/>
              </a:lnSpc>
              <a:spcBef>
                <a:spcPts val="0"/>
              </a:spcBef>
              <a:spcAft>
                <a:spcPts val="1560"/>
              </a:spcAft>
              <a:buChar char="•"/>
              <a:defRPr sz="2730" b="0">
                <a:solidFill>
                  <a:schemeClr val="tx1"/>
                </a:solidFill>
                <a:latin typeface="+mn-lt"/>
                <a:ea typeface="+mn-lt"/>
                <a:cs typeface="+mn-lt"/>
              </a:defRPr>
            </a:lvl6pPr>
            <a:lvl7pPr marL="2674620" indent="-297180" algn="l">
              <a:lnSpc>
                <a:spcPct val="110000"/>
              </a:lnSpc>
              <a:spcBef>
                <a:spcPts val="0"/>
              </a:spcBef>
              <a:spcAft>
                <a:spcPts val="1560"/>
              </a:spcAft>
              <a:buChar char="•"/>
              <a:defRPr sz="2730" b="0">
                <a:solidFill>
                  <a:schemeClr val="tx1"/>
                </a:solidFill>
                <a:latin typeface="+mn-lt"/>
                <a:ea typeface="+mn-lt"/>
                <a:cs typeface="+mn-lt"/>
              </a:defRPr>
            </a:lvl7pPr>
            <a:lvl8pPr marL="3070860" indent="-297180" algn="l">
              <a:lnSpc>
                <a:spcPct val="110000"/>
              </a:lnSpc>
              <a:spcBef>
                <a:spcPts val="0"/>
              </a:spcBef>
              <a:spcAft>
                <a:spcPts val="1560"/>
              </a:spcAft>
              <a:buChar char="•"/>
              <a:defRPr sz="2730" b="0">
                <a:solidFill>
                  <a:schemeClr val="tx1"/>
                </a:solidFill>
                <a:latin typeface="+mn-lt"/>
                <a:ea typeface="+mn-lt"/>
                <a:cs typeface="+mn-lt"/>
              </a:defRPr>
            </a:lvl8pPr>
            <a:lvl9pPr marL="3467100" indent="-297180" algn="l">
              <a:lnSpc>
                <a:spcPct val="110000"/>
              </a:lnSpc>
              <a:spcBef>
                <a:spcPts val="0"/>
              </a:spcBef>
              <a:spcAft>
                <a:spcPts val="1560"/>
              </a:spcAft>
              <a:buChar char="•"/>
              <a:defRPr sz="27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7DBCDB6-9835-4691-99BE-A4142EE8C08D}"/>
              </a:ext>
            </a:extLst>
          </p:cNvPr>
          <p:cNvSpPr>
            <a:spLocks xmlns:a="http://schemas.openxmlformats.org/drawingml/2006/main" noGrp="1"/>
          </p:cNvSpPr>
          <p:nvPr>
            <p:ph type="body" idx="2"/>
          </p:nvPr>
        </p:nvSpPr>
        <p:spPr>
          <a:xfrm xmlns:a="http://schemas.openxmlformats.org/drawingml/2006/main">
            <a:off x="8506123" y="2476500"/>
            <a:ext cx="6604754" cy="5547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30" b="0">
                <a:solidFill>
                  <a:schemeClr val="tx1"/>
                </a:solidFill>
                <a:latin typeface="+mn-lt"/>
                <a:ea typeface="+mn-lt"/>
                <a:cs typeface="+mn-lt"/>
              </a:defRPr>
            </a:defPPr>
            <a:lvl1pPr marL="297180" indent="-297180" algn="l">
              <a:lnSpc>
                <a:spcPct val="110000"/>
              </a:lnSpc>
              <a:spcBef>
                <a:spcPts val="0"/>
              </a:spcBef>
              <a:spcAft>
                <a:spcPts val="1560"/>
              </a:spcAft>
              <a:buChar char="•"/>
              <a:defRPr sz="2730" b="0">
                <a:solidFill>
                  <a:schemeClr val="tx1"/>
                </a:solidFill>
                <a:latin typeface="+mn-lt"/>
                <a:ea typeface="+mn-lt"/>
                <a:cs typeface="+mn-lt"/>
              </a:defRPr>
            </a:lvl1pPr>
            <a:lvl2pPr marL="693420" indent="-297180" algn="l">
              <a:lnSpc>
                <a:spcPct val="110000"/>
              </a:lnSpc>
              <a:spcBef>
                <a:spcPts val="0"/>
              </a:spcBef>
              <a:spcAft>
                <a:spcPts val="1560"/>
              </a:spcAft>
              <a:buChar char="•"/>
              <a:defRPr sz="2730" b="0">
                <a:solidFill>
                  <a:schemeClr val="tx1"/>
                </a:solidFill>
                <a:latin typeface="+mn-lt"/>
                <a:ea typeface="+mn-lt"/>
                <a:cs typeface="+mn-lt"/>
              </a:defRPr>
            </a:lvl2pPr>
            <a:lvl3pPr marL="1089660" indent="-297180" algn="l">
              <a:lnSpc>
                <a:spcPct val="110000"/>
              </a:lnSpc>
              <a:spcBef>
                <a:spcPts val="0"/>
              </a:spcBef>
              <a:spcAft>
                <a:spcPts val="1560"/>
              </a:spcAft>
              <a:buChar char="•"/>
              <a:defRPr sz="2730" b="0">
                <a:solidFill>
                  <a:schemeClr val="tx1"/>
                </a:solidFill>
                <a:latin typeface="+mn-lt"/>
                <a:ea typeface="+mn-lt"/>
                <a:cs typeface="+mn-lt"/>
              </a:defRPr>
            </a:lvl3pPr>
            <a:lvl4pPr marL="1485900" indent="-297180" algn="l">
              <a:lnSpc>
                <a:spcPct val="110000"/>
              </a:lnSpc>
              <a:spcBef>
                <a:spcPts val="0"/>
              </a:spcBef>
              <a:spcAft>
                <a:spcPts val="1560"/>
              </a:spcAft>
              <a:buChar char="•"/>
              <a:defRPr sz="2730" b="0">
                <a:solidFill>
                  <a:schemeClr val="tx1"/>
                </a:solidFill>
                <a:latin typeface="+mn-lt"/>
                <a:ea typeface="+mn-lt"/>
                <a:cs typeface="+mn-lt"/>
              </a:defRPr>
            </a:lvl4pPr>
            <a:lvl5pPr marL="1882140" indent="-297180" algn="l">
              <a:lnSpc>
                <a:spcPct val="110000"/>
              </a:lnSpc>
              <a:spcBef>
                <a:spcPts val="0"/>
              </a:spcBef>
              <a:spcAft>
                <a:spcPts val="1560"/>
              </a:spcAft>
              <a:buChar char="•"/>
              <a:defRPr sz="2730" b="0">
                <a:solidFill>
                  <a:schemeClr val="tx1"/>
                </a:solidFill>
                <a:latin typeface="+mn-lt"/>
                <a:ea typeface="+mn-lt"/>
                <a:cs typeface="+mn-lt"/>
              </a:defRPr>
            </a:lvl5pPr>
            <a:lvl6pPr marL="2278380" indent="-297180" algn="l">
              <a:lnSpc>
                <a:spcPct val="110000"/>
              </a:lnSpc>
              <a:spcBef>
                <a:spcPts val="0"/>
              </a:spcBef>
              <a:spcAft>
                <a:spcPts val="1560"/>
              </a:spcAft>
              <a:buChar char="•"/>
              <a:defRPr sz="2730" b="0">
                <a:solidFill>
                  <a:schemeClr val="tx1"/>
                </a:solidFill>
                <a:latin typeface="+mn-lt"/>
                <a:ea typeface="+mn-lt"/>
                <a:cs typeface="+mn-lt"/>
              </a:defRPr>
            </a:lvl6pPr>
            <a:lvl7pPr marL="2674620" indent="-297180" algn="l">
              <a:lnSpc>
                <a:spcPct val="110000"/>
              </a:lnSpc>
              <a:spcBef>
                <a:spcPts val="0"/>
              </a:spcBef>
              <a:spcAft>
                <a:spcPts val="1560"/>
              </a:spcAft>
              <a:buChar char="•"/>
              <a:defRPr sz="2730" b="0">
                <a:solidFill>
                  <a:schemeClr val="tx1"/>
                </a:solidFill>
                <a:latin typeface="+mn-lt"/>
                <a:ea typeface="+mn-lt"/>
                <a:cs typeface="+mn-lt"/>
              </a:defRPr>
            </a:lvl7pPr>
            <a:lvl8pPr marL="3070860" indent="-297180" algn="l">
              <a:lnSpc>
                <a:spcPct val="110000"/>
              </a:lnSpc>
              <a:spcBef>
                <a:spcPts val="0"/>
              </a:spcBef>
              <a:spcAft>
                <a:spcPts val="1560"/>
              </a:spcAft>
              <a:buChar char="•"/>
              <a:defRPr sz="2730" b="0">
                <a:solidFill>
                  <a:schemeClr val="tx1"/>
                </a:solidFill>
                <a:latin typeface="+mn-lt"/>
                <a:ea typeface="+mn-lt"/>
                <a:cs typeface="+mn-lt"/>
              </a:defRPr>
            </a:lvl8pPr>
            <a:lvl9pPr marL="3467100" indent="-297180" algn="l">
              <a:lnSpc>
                <a:spcPct val="110000"/>
              </a:lnSpc>
              <a:spcBef>
                <a:spcPts val="0"/>
              </a:spcBef>
              <a:spcAft>
                <a:spcPts val="1560"/>
              </a:spcAft>
              <a:buChar char="•"/>
              <a:defRPr sz="27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C22354-8DE6-48DE-9F1E-2DBC3FD0847C}"/>
              </a:ext>
            </a:extLst>
          </p:cNvPr>
          <p:cNvSpPr>
            <a:spLocks xmlns:a="http://schemas.openxmlformats.org/drawingml/2006/main" noGrp="1"/>
          </p:cNvSpPr>
          <p:nvPr>
            <p:ph type="title" idx="0"/>
          </p:nvPr>
        </p:nvSpPr>
        <p:spPr>
          <a:xfrm xmlns:a="http://schemas.openxmlformats.org/drawingml/2006/main">
            <a:off x="900648" y="693420"/>
            <a:ext cx="14210228" cy="10896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90" b="1">
                <a:solidFill>
                  <a:schemeClr val="tx1"/>
                </a:solidFill>
                <a:latin typeface="+mj-lt"/>
                <a:ea typeface="+mj-lt"/>
                <a:cs typeface="+mj-lt"/>
              </a:defRPr>
            </a:defPPr>
            <a:lvl1pPr marL="0" indent="0" algn="l">
              <a:lnSpc>
                <a:spcPct val="110000"/>
              </a:lnSpc>
              <a:spcBef>
                <a:spcPts val="0"/>
              </a:spcBef>
              <a:spcAft>
                <a:spcPts val="0"/>
              </a:spcAft>
              <a:buNone/>
              <a:defRPr sz="4290" b="1">
                <a:solidFill>
                  <a:schemeClr val="tx1"/>
                </a:solidFill>
                <a:latin typeface="+mj-lt"/>
                <a:ea typeface="+mj-lt"/>
                <a:cs typeface="+mj-lt"/>
              </a:defRPr>
            </a:lvl1pPr>
            <a:lvl2pPr marL="0" indent="0" algn="l">
              <a:lnSpc>
                <a:spcPct val="110000"/>
              </a:lnSpc>
              <a:spcBef>
                <a:spcPts val="0"/>
              </a:spcBef>
              <a:spcAft>
                <a:spcPts val="0"/>
              </a:spcAft>
              <a:buNone/>
              <a:defRPr sz="4290" b="1">
                <a:solidFill>
                  <a:schemeClr val="tx1"/>
                </a:solidFill>
                <a:latin typeface="+mj-lt"/>
                <a:ea typeface="+mj-lt"/>
                <a:cs typeface="+mj-lt"/>
              </a:defRPr>
            </a:lvl2pPr>
            <a:lvl3pPr marL="0" indent="0" algn="l">
              <a:lnSpc>
                <a:spcPct val="110000"/>
              </a:lnSpc>
              <a:spcBef>
                <a:spcPts val="0"/>
              </a:spcBef>
              <a:spcAft>
                <a:spcPts val="0"/>
              </a:spcAft>
              <a:buNone/>
              <a:defRPr sz="4290" b="1">
                <a:solidFill>
                  <a:schemeClr val="tx1"/>
                </a:solidFill>
                <a:latin typeface="+mj-lt"/>
                <a:ea typeface="+mj-lt"/>
                <a:cs typeface="+mj-lt"/>
              </a:defRPr>
            </a:lvl3pPr>
            <a:lvl4pPr marL="0" indent="0" algn="l">
              <a:lnSpc>
                <a:spcPct val="110000"/>
              </a:lnSpc>
              <a:spcBef>
                <a:spcPts val="0"/>
              </a:spcBef>
              <a:spcAft>
                <a:spcPts val="0"/>
              </a:spcAft>
              <a:buNone/>
              <a:defRPr sz="4290" b="1">
                <a:solidFill>
                  <a:schemeClr val="tx1"/>
                </a:solidFill>
                <a:latin typeface="+mj-lt"/>
                <a:ea typeface="+mj-lt"/>
                <a:cs typeface="+mj-lt"/>
              </a:defRPr>
            </a:lvl4pPr>
            <a:lvl5pPr marL="0" indent="0" algn="l">
              <a:lnSpc>
                <a:spcPct val="110000"/>
              </a:lnSpc>
              <a:spcBef>
                <a:spcPts val="0"/>
              </a:spcBef>
              <a:spcAft>
                <a:spcPts val="0"/>
              </a:spcAft>
              <a:buNone/>
              <a:defRPr sz="4290" b="1">
                <a:solidFill>
                  <a:schemeClr val="tx1"/>
                </a:solidFill>
                <a:latin typeface="+mj-lt"/>
                <a:ea typeface="+mj-lt"/>
                <a:cs typeface="+mj-lt"/>
              </a:defRPr>
            </a:lvl5pPr>
            <a:lvl6pPr marL="0" indent="0" algn="l">
              <a:lnSpc>
                <a:spcPct val="110000"/>
              </a:lnSpc>
              <a:spcBef>
                <a:spcPts val="0"/>
              </a:spcBef>
              <a:spcAft>
                <a:spcPts val="0"/>
              </a:spcAft>
              <a:buNone/>
              <a:defRPr sz="4290" b="1">
                <a:solidFill>
                  <a:schemeClr val="tx1"/>
                </a:solidFill>
                <a:latin typeface="+mj-lt"/>
                <a:ea typeface="+mj-lt"/>
                <a:cs typeface="+mj-lt"/>
              </a:defRPr>
            </a:lvl6pPr>
            <a:lvl7pPr marL="0" indent="0" algn="l">
              <a:lnSpc>
                <a:spcPct val="110000"/>
              </a:lnSpc>
              <a:spcBef>
                <a:spcPts val="0"/>
              </a:spcBef>
              <a:spcAft>
                <a:spcPts val="0"/>
              </a:spcAft>
              <a:buNone/>
              <a:defRPr sz="4290" b="1">
                <a:solidFill>
                  <a:schemeClr val="tx1"/>
                </a:solidFill>
                <a:latin typeface="+mj-lt"/>
                <a:ea typeface="+mj-lt"/>
                <a:cs typeface="+mj-lt"/>
              </a:defRPr>
            </a:lvl7pPr>
            <a:lvl8pPr marL="0" indent="0" algn="l">
              <a:lnSpc>
                <a:spcPct val="110000"/>
              </a:lnSpc>
              <a:spcBef>
                <a:spcPts val="0"/>
              </a:spcBef>
              <a:spcAft>
                <a:spcPts val="0"/>
              </a:spcAft>
              <a:buNone/>
              <a:defRPr sz="4290" b="1">
                <a:solidFill>
                  <a:schemeClr val="tx1"/>
                </a:solidFill>
                <a:latin typeface="+mj-lt"/>
                <a:ea typeface="+mj-lt"/>
                <a:cs typeface="+mj-lt"/>
              </a:defRPr>
            </a:lvl8pPr>
            <a:lvl9pPr marL="0" indent="0" algn="l">
              <a:lnSpc>
                <a:spcPct val="110000"/>
              </a:lnSpc>
              <a:spcBef>
                <a:spcPts val="0"/>
              </a:spcBef>
              <a:spcAft>
                <a:spcPts val="0"/>
              </a:spcAft>
              <a:buNone/>
              <a:defRPr sz="42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973FE8-82A6-4733-9D23-58AB11DDF00D}"/>
              </a:ext>
            </a:extLst>
          </p:cNvPr>
          <p:cNvSpPr>
            <a:spLocks xmlns:a="http://schemas.openxmlformats.org/drawingml/2006/main" noGrp="1"/>
          </p:cNvSpPr>
          <p:nvPr>
            <p:ph type="body" idx="1"/>
          </p:nvPr>
        </p:nvSpPr>
        <p:spPr>
          <a:xfrm xmlns:a="http://schemas.openxmlformats.org/drawingml/2006/main">
            <a:off x="900648" y="2476500"/>
            <a:ext cx="6604754" cy="5547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925" b="0">
                <a:solidFill>
                  <a:schemeClr val="tx1"/>
                </a:solidFill>
                <a:latin typeface="+mn-lt"/>
                <a:ea typeface="+mn-lt"/>
                <a:cs typeface="+mn-lt"/>
              </a:defRPr>
            </a:defPPr>
            <a:lvl1pPr marL="297180" indent="-297180" algn="l">
              <a:lnSpc>
                <a:spcPct val="110000"/>
              </a:lnSpc>
              <a:spcBef>
                <a:spcPts val="0"/>
              </a:spcBef>
              <a:spcAft>
                <a:spcPts val="1560"/>
              </a:spcAft>
              <a:buChar char="•"/>
              <a:defRPr sz="2925" b="0">
                <a:solidFill>
                  <a:schemeClr val="tx1"/>
                </a:solidFill>
                <a:latin typeface="+mn-lt"/>
                <a:ea typeface="+mn-lt"/>
                <a:cs typeface="+mn-lt"/>
              </a:defRPr>
            </a:lvl1pPr>
            <a:lvl2pPr marL="693420" indent="-297180" algn="l">
              <a:lnSpc>
                <a:spcPct val="110000"/>
              </a:lnSpc>
              <a:spcBef>
                <a:spcPts val="0"/>
              </a:spcBef>
              <a:spcAft>
                <a:spcPts val="1560"/>
              </a:spcAft>
              <a:buChar char="•"/>
              <a:defRPr sz="2925" b="0">
                <a:solidFill>
                  <a:schemeClr val="tx1"/>
                </a:solidFill>
                <a:latin typeface="+mn-lt"/>
                <a:ea typeface="+mn-lt"/>
                <a:cs typeface="+mn-lt"/>
              </a:defRPr>
            </a:lvl2pPr>
            <a:lvl3pPr marL="1089660" indent="-297180" algn="l">
              <a:lnSpc>
                <a:spcPct val="110000"/>
              </a:lnSpc>
              <a:spcBef>
                <a:spcPts val="0"/>
              </a:spcBef>
              <a:spcAft>
                <a:spcPts val="1560"/>
              </a:spcAft>
              <a:buChar char="•"/>
              <a:defRPr sz="2925" b="0">
                <a:solidFill>
                  <a:schemeClr val="tx1"/>
                </a:solidFill>
                <a:latin typeface="+mn-lt"/>
                <a:ea typeface="+mn-lt"/>
                <a:cs typeface="+mn-lt"/>
              </a:defRPr>
            </a:lvl3pPr>
            <a:lvl4pPr marL="1485900" indent="-297180" algn="l">
              <a:lnSpc>
                <a:spcPct val="110000"/>
              </a:lnSpc>
              <a:spcBef>
                <a:spcPts val="0"/>
              </a:spcBef>
              <a:spcAft>
                <a:spcPts val="1560"/>
              </a:spcAft>
              <a:buChar char="•"/>
              <a:defRPr sz="2925" b="0">
                <a:solidFill>
                  <a:schemeClr val="tx1"/>
                </a:solidFill>
                <a:latin typeface="+mn-lt"/>
                <a:ea typeface="+mn-lt"/>
                <a:cs typeface="+mn-lt"/>
              </a:defRPr>
            </a:lvl4pPr>
            <a:lvl5pPr marL="1882140" indent="-297180" algn="l">
              <a:lnSpc>
                <a:spcPct val="110000"/>
              </a:lnSpc>
              <a:spcBef>
                <a:spcPts val="0"/>
              </a:spcBef>
              <a:spcAft>
                <a:spcPts val="1560"/>
              </a:spcAft>
              <a:buChar char="•"/>
              <a:defRPr sz="2925" b="0">
                <a:solidFill>
                  <a:schemeClr val="tx1"/>
                </a:solidFill>
                <a:latin typeface="+mn-lt"/>
                <a:ea typeface="+mn-lt"/>
                <a:cs typeface="+mn-lt"/>
              </a:defRPr>
            </a:lvl5pPr>
            <a:lvl6pPr marL="2278380" indent="-297180" algn="l">
              <a:lnSpc>
                <a:spcPct val="110000"/>
              </a:lnSpc>
              <a:spcBef>
                <a:spcPts val="0"/>
              </a:spcBef>
              <a:spcAft>
                <a:spcPts val="1560"/>
              </a:spcAft>
              <a:buChar char="•"/>
              <a:defRPr sz="2925" b="0">
                <a:solidFill>
                  <a:schemeClr val="tx1"/>
                </a:solidFill>
                <a:latin typeface="+mn-lt"/>
                <a:ea typeface="+mn-lt"/>
                <a:cs typeface="+mn-lt"/>
              </a:defRPr>
            </a:lvl6pPr>
            <a:lvl7pPr marL="2674620" indent="-297180" algn="l">
              <a:lnSpc>
                <a:spcPct val="110000"/>
              </a:lnSpc>
              <a:spcBef>
                <a:spcPts val="0"/>
              </a:spcBef>
              <a:spcAft>
                <a:spcPts val="1560"/>
              </a:spcAft>
              <a:buChar char="•"/>
              <a:defRPr sz="2925" b="0">
                <a:solidFill>
                  <a:schemeClr val="tx1"/>
                </a:solidFill>
                <a:latin typeface="+mn-lt"/>
                <a:ea typeface="+mn-lt"/>
                <a:cs typeface="+mn-lt"/>
              </a:defRPr>
            </a:lvl7pPr>
            <a:lvl8pPr marL="3070860" indent="-297180" algn="l">
              <a:lnSpc>
                <a:spcPct val="110000"/>
              </a:lnSpc>
              <a:spcBef>
                <a:spcPts val="0"/>
              </a:spcBef>
              <a:spcAft>
                <a:spcPts val="1560"/>
              </a:spcAft>
              <a:buChar char="•"/>
              <a:defRPr sz="2925" b="0">
                <a:solidFill>
                  <a:schemeClr val="tx1"/>
                </a:solidFill>
                <a:latin typeface="+mn-lt"/>
                <a:ea typeface="+mn-lt"/>
                <a:cs typeface="+mn-lt"/>
              </a:defRPr>
            </a:lvl8pPr>
            <a:lvl9pPr marL="3467100" indent="-297180" algn="l">
              <a:lnSpc>
                <a:spcPct val="110000"/>
              </a:lnSpc>
              <a:spcBef>
                <a:spcPts val="0"/>
              </a:spcBef>
              <a:spcAft>
                <a:spcPts val="1560"/>
              </a:spcAft>
              <a:buChar char="•"/>
              <a:defRPr sz="292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0674cfe2ff49a3" /><Relationship Type="http://schemas.openxmlformats.org/officeDocument/2006/relationships/slideLayout" Target="/ppt/slideLayouts/slideLayout1.xml" Id="R852d27ef14554fc0" /><Relationship Type="http://schemas.openxmlformats.org/officeDocument/2006/relationships/slideLayout" Target="/ppt/slideLayouts/slideLayout2.xml" Id="Rd2fac5cafe3f402d" /><Relationship Type="http://schemas.openxmlformats.org/officeDocument/2006/relationships/slideLayout" Target="/ppt/slideLayouts/slideLayout3.xml" Id="R475b79b18c4443ba" /><Relationship Type="http://schemas.openxmlformats.org/officeDocument/2006/relationships/slideLayout" Target="/ppt/slideLayouts/slideLayout4.xml" Id="R7e4ef6db221f4452" /><Relationship Type="http://schemas.openxmlformats.org/officeDocument/2006/relationships/slideLayout" Target="/ppt/slideLayouts/slideLayout5.xml" Id="R66b28e6d577544a1" /><Relationship Type="http://schemas.openxmlformats.org/officeDocument/2006/relationships/slideLayout" Target="/ppt/slideLayouts/slideLayout6.xml" Id="R9cdf0041064445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2d27ef14554fc0"/>
    <p:sldLayoutId xmlns:r="http://schemas.openxmlformats.org/officeDocument/2006/relationships" id="2147483650" r:id="Rd2fac5cafe3f402d"/>
    <p:sldLayoutId xmlns:r="http://schemas.openxmlformats.org/officeDocument/2006/relationships" id="2147483651" r:id="R475b79b18c4443ba"/>
    <p:sldLayoutId xmlns:r="http://schemas.openxmlformats.org/officeDocument/2006/relationships" id="2147483652" r:id="R7e4ef6db221f4452"/>
    <p:sldLayoutId xmlns:r="http://schemas.openxmlformats.org/officeDocument/2006/relationships" id="2147483653" r:id="R66b28e6d577544a1"/>
    <p:sldLayoutId xmlns:r="http://schemas.openxmlformats.org/officeDocument/2006/relationships" id="2147483654" r:id="R9cdf0041064445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fce5e3e62d4227" /><Relationship Type="http://schemas.openxmlformats.org/officeDocument/2006/relationships/notesSlide" Target="/ppt/notesSlides/notesSlide1.xml" Id="R29a277dbd5b248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b40f63a78d4b43" /><Relationship Type="http://schemas.openxmlformats.org/officeDocument/2006/relationships/notesSlide" Target="/ppt/notesSlides/notesSlide2.xml" Id="R008312897e534b6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 name="TITLE">
            <a:extLst xmlns:a="http://schemas.openxmlformats.org/drawingml/2006/main">
              <a:ext uri="{FF2B5EF4-FFF2-40B4-BE49-F238E27FC236}">
                <a16:creationId xmlns:a16="http://schemas.microsoft.com/office/drawing/2014/main" id="{9F2940BF-0938-4CE6-AC1F-8A020E0D8F77}"/>
              </a:ext>
            </a:extLst>
          </p:cNvPr>
          <p:cNvSpPr>
            <a:spLocks xmlns:a="http://schemas.openxmlformats.org/drawingml/2006/main" noGrp="1"/>
          </p:cNvSpPr>
          <p:nvPr/>
        </p:nvSpPr>
        <p:spPr>
          <a:xfrm xmlns:a="http://schemas.openxmlformats.org/drawingml/2006/main">
            <a:off x="266700" y="95250"/>
            <a:ext cx="8143875" cy="838200"/>
          </a:xfrm>
          <a:prstGeom xmlns:a="http://schemas.openxmlformats.org/drawingml/2006/main" prst="roundRect">
            <a:avLst>
              <a:gd name="adj" fmla="val 27273"/>
            </a:avLst>
          </a:prstGeom>
          <a:gradFill xmlns:a="http://schemas.openxmlformats.org/drawingml/2006/main">
            <a:gsLst>
              <a:gs pos="0">
                <a:srgbClr val="552076"/>
              </a:gs>
              <a:gs pos="100000">
                <a:srgbClr val="2B143E"/>
              </a:gs>
            </a:gsLst>
            <a:lin ang="5400000"/>
          </a:gradFill>
          <a:ln xmlns:a="http://schemas.openxmlformats.org/drawingml/2006/main" w="36195">
            <a:solidFill>
              <a:srgbClr val="28123C"/>
            </a:solidFill>
            <a:prstDash val="solid"/>
          </a:ln>
        </p:spPr>
      </p:sp>
      <p:sp>
        <p:nvSpPr>
          <p:cNvPr id="2" name="MECHANISM">
            <a:extLst xmlns:a="http://schemas.openxmlformats.org/drawingml/2006/main">
              <a:ext uri="{FF2B5EF4-FFF2-40B4-BE49-F238E27FC236}">
                <a16:creationId xmlns:a16="http://schemas.microsoft.com/office/drawing/2014/main" id="{2D96D130-72F4-4F80-8CB7-D661021E1953}"/>
              </a:ext>
            </a:extLst>
          </p:cNvPr>
          <p:cNvSpPr>
            <a:spLocks xmlns:a="http://schemas.openxmlformats.org/drawingml/2006/main" noGrp="1"/>
          </p:cNvSpPr>
          <p:nvPr/>
        </p:nvSpPr>
        <p:spPr>
          <a:xfrm xmlns:a="http://schemas.openxmlformats.org/drawingml/2006/main">
            <a:off x="190500" y="1143000"/>
            <a:ext cx="3143250" cy="7562850"/>
          </a:xfrm>
          <a:prstGeom xmlns:a="http://schemas.openxmlformats.org/drawingml/2006/main" prst="roundRect">
            <a:avLst>
              <a:gd name="adj" fmla="val 7273"/>
            </a:avLst>
          </a:prstGeom>
          <a:gradFill xmlns:a="http://schemas.openxmlformats.org/drawingml/2006/main">
            <a:gsLst>
              <a:gs pos="0">
                <a:srgbClr val="F6F0FC"/>
              </a:gs>
              <a:gs pos="100000">
                <a:srgbClr val="F1E8F9"/>
              </a:gs>
            </a:gsLst>
            <a:lin ang="5400000"/>
          </a:gradFill>
          <a:ln xmlns:a="http://schemas.openxmlformats.org/drawingml/2006/main" w="36195">
            <a:solidFill>
              <a:srgbClr val="352153"/>
            </a:solidFill>
            <a:prstDash val="solid"/>
          </a:ln>
        </p:spPr>
      </p:sp>
      <p:sp>
        <p:nvSpPr>
          <p:cNvPr id="3" name="STANDARDS">
            <a:extLst xmlns:a="http://schemas.openxmlformats.org/drawingml/2006/main">
              <a:ext uri="{FF2B5EF4-FFF2-40B4-BE49-F238E27FC236}">
                <a16:creationId xmlns:a16="http://schemas.microsoft.com/office/drawing/2014/main" id="{99689E20-7C94-4A12-B26F-191FE23C78E6}"/>
              </a:ext>
            </a:extLst>
          </p:cNvPr>
          <p:cNvSpPr>
            <a:spLocks xmlns:a="http://schemas.openxmlformats.org/drawingml/2006/main" noGrp="1"/>
          </p:cNvSpPr>
          <p:nvPr/>
        </p:nvSpPr>
        <p:spPr>
          <a:xfrm xmlns:a="http://schemas.openxmlformats.org/drawingml/2006/main">
            <a:off x="3600450" y="1190625"/>
            <a:ext cx="3028950" cy="2190750"/>
          </a:xfrm>
          <a:prstGeom xmlns:a="http://schemas.openxmlformats.org/drawingml/2006/main" prst="roundRect">
            <a:avLst>
              <a:gd name="adj" fmla="val 10435"/>
            </a:avLst>
          </a:prstGeom>
          <a:gradFill xmlns:a="http://schemas.openxmlformats.org/drawingml/2006/main">
            <a:gsLst>
              <a:gs pos="0">
                <a:srgbClr val="FFF1C6"/>
              </a:gs>
              <a:gs pos="100000">
                <a:srgbClr val="FFF9E7"/>
              </a:gs>
            </a:gsLst>
            <a:lin ang="5400000"/>
          </a:gradFill>
          <a:ln xmlns:a="http://schemas.openxmlformats.org/drawingml/2006/main" w="36195">
            <a:solidFill>
              <a:srgbClr val="D6B25A"/>
            </a:solidFill>
            <a:prstDash val="solid"/>
          </a:ln>
        </p:spPr>
      </p:sp>
      <p:sp>
        <p:nvSpPr>
          <p:cNvPr id="4" name="UNKNOWN">
            <a:extLst xmlns:a="http://schemas.openxmlformats.org/drawingml/2006/main">
              <a:ext uri="{FF2B5EF4-FFF2-40B4-BE49-F238E27FC236}">
                <a16:creationId xmlns:a16="http://schemas.microsoft.com/office/drawing/2014/main" id="{E34D7AFE-BD46-4CCF-B95F-AE6A65DA9B85}"/>
              </a:ext>
            </a:extLst>
          </p:cNvPr>
          <p:cNvSpPr>
            <a:spLocks xmlns:a="http://schemas.openxmlformats.org/drawingml/2006/main" noGrp="1"/>
          </p:cNvSpPr>
          <p:nvPr/>
        </p:nvSpPr>
        <p:spPr>
          <a:xfrm xmlns:a="http://schemas.openxmlformats.org/drawingml/2006/main">
            <a:off x="3600450" y="3743325"/>
            <a:ext cx="3028950" cy="2143125"/>
          </a:xfrm>
          <a:prstGeom xmlns:a="http://schemas.openxmlformats.org/drawingml/2006/main" prst="roundRect">
            <a:avLst>
              <a:gd name="adj" fmla="val 10667"/>
            </a:avLst>
          </a:prstGeom>
          <a:gradFill xmlns:a="http://schemas.openxmlformats.org/drawingml/2006/main">
            <a:gsLst>
              <a:gs pos="0">
                <a:srgbClr val="EDF8E3"/>
              </a:gs>
              <a:gs pos="100000">
                <a:srgbClr val="F7FBEE"/>
              </a:gs>
            </a:gsLst>
            <a:lin ang="5400000"/>
          </a:gradFill>
          <a:ln xmlns:a="http://schemas.openxmlformats.org/drawingml/2006/main" w="36195">
            <a:solidFill>
              <a:srgbClr val="99BE76"/>
            </a:solidFill>
            <a:prstDash val="solid"/>
          </a:ln>
        </p:spPr>
      </p:sp>
      <p:sp>
        <p:nvSpPr>
          <p:cNvPr id="5" name="BLANK">
            <a:extLst xmlns:a="http://schemas.openxmlformats.org/drawingml/2006/main">
              <a:ext uri="{FF2B5EF4-FFF2-40B4-BE49-F238E27FC236}">
                <a16:creationId xmlns:a16="http://schemas.microsoft.com/office/drawing/2014/main" id="{7233907B-0A60-41C4-821E-7390FA73C1FC}"/>
              </a:ext>
            </a:extLst>
          </p:cNvPr>
          <p:cNvSpPr>
            <a:spLocks xmlns:a="http://schemas.openxmlformats.org/drawingml/2006/main" noGrp="1"/>
          </p:cNvSpPr>
          <p:nvPr/>
        </p:nvSpPr>
        <p:spPr>
          <a:xfrm xmlns:a="http://schemas.openxmlformats.org/drawingml/2006/main">
            <a:off x="3600450" y="6229350"/>
            <a:ext cx="3028950" cy="2181225"/>
          </a:xfrm>
          <a:prstGeom xmlns:a="http://schemas.openxmlformats.org/drawingml/2006/main" prst="roundRect">
            <a:avLst>
              <a:gd name="adj" fmla="val 10480"/>
            </a:avLst>
          </a:prstGeom>
          <a:gradFill xmlns:a="http://schemas.openxmlformats.org/drawingml/2006/main">
            <a:gsLst>
              <a:gs pos="0">
                <a:srgbClr val="E2F6FF"/>
              </a:gs>
              <a:gs pos="100000">
                <a:srgbClr val="F2FCFF"/>
              </a:gs>
            </a:gsLst>
            <a:lin ang="5400000"/>
          </a:gradFill>
          <a:ln xmlns:a="http://schemas.openxmlformats.org/drawingml/2006/main" w="36195">
            <a:solidFill>
              <a:srgbClr val="71CDE9"/>
            </a:solidFill>
            <a:prstDash val="solid"/>
          </a:ln>
        </p:spPr>
      </p:sp>
      <p:sp>
        <p:nvSpPr>
          <p:cNvPr id="6" name="MEASUREMENT">
            <a:extLst xmlns:a="http://schemas.openxmlformats.org/drawingml/2006/main">
              <a:ext uri="{FF2B5EF4-FFF2-40B4-BE49-F238E27FC236}">
                <a16:creationId xmlns:a16="http://schemas.microsoft.com/office/drawing/2014/main" id="{E1E66840-C1EC-4176-8227-6B7121C32D41}"/>
              </a:ext>
            </a:extLst>
          </p:cNvPr>
          <p:cNvSpPr>
            <a:spLocks xmlns:a="http://schemas.openxmlformats.org/drawingml/2006/main" noGrp="1"/>
          </p:cNvSpPr>
          <p:nvPr/>
        </p:nvSpPr>
        <p:spPr>
          <a:xfrm xmlns:a="http://schemas.openxmlformats.org/drawingml/2006/main">
            <a:off x="11325225" y="1209675"/>
            <a:ext cx="4219575" cy="3876675"/>
          </a:xfrm>
          <a:prstGeom xmlns:a="http://schemas.openxmlformats.org/drawingml/2006/main" prst="roundRect">
            <a:avLst>
              <a:gd name="adj" fmla="val 5897"/>
            </a:avLst>
          </a:prstGeom>
          <a:gradFill xmlns:a="http://schemas.openxmlformats.org/drawingml/2006/main">
            <a:gsLst>
              <a:gs pos="0">
                <a:srgbClr val="EADFFB"/>
              </a:gs>
              <a:gs pos="100000">
                <a:srgbClr val="F6F0FC"/>
              </a:gs>
            </a:gsLst>
            <a:lin ang="5400000"/>
          </a:gradFill>
          <a:ln xmlns:a="http://schemas.openxmlformats.org/drawingml/2006/main" w="36195">
            <a:solidFill>
              <a:srgbClr val="352153"/>
            </a:solidFill>
            <a:prstDash val="solid"/>
          </a:ln>
        </p:spPr>
      </p:sp>
      <p:sp>
        <p:nvSpPr>
          <p:cNvPr id="7" name="CORRECTION">
            <a:extLst xmlns:a="http://schemas.openxmlformats.org/drawingml/2006/main">
              <a:ext uri="{FF2B5EF4-FFF2-40B4-BE49-F238E27FC236}">
                <a16:creationId xmlns:a16="http://schemas.microsoft.com/office/drawing/2014/main" id="{E813DB5C-F0FB-437B-B9EB-C05D67CB6E3E}"/>
              </a:ext>
            </a:extLst>
          </p:cNvPr>
          <p:cNvSpPr>
            <a:spLocks xmlns:a="http://schemas.openxmlformats.org/drawingml/2006/main" noGrp="1"/>
          </p:cNvSpPr>
          <p:nvPr/>
        </p:nvSpPr>
        <p:spPr>
          <a:xfrm xmlns:a="http://schemas.openxmlformats.org/drawingml/2006/main">
            <a:off x="11420475" y="5610225"/>
            <a:ext cx="4143375" cy="1228725"/>
          </a:xfrm>
          <a:prstGeom xmlns:a="http://schemas.openxmlformats.org/drawingml/2006/main" prst="roundRect">
            <a:avLst>
              <a:gd name="adj" fmla="val 15504"/>
            </a:avLst>
          </a:prstGeom>
          <a:gradFill xmlns:a="http://schemas.openxmlformats.org/drawingml/2006/main">
            <a:gsLst>
              <a:gs pos="0">
                <a:srgbClr val="DCEBFA"/>
              </a:gs>
              <a:gs pos="100000">
                <a:srgbClr val="F3F9FF"/>
              </a:gs>
            </a:gsLst>
            <a:lin ang="5400000"/>
          </a:gradFill>
          <a:ln xmlns:a="http://schemas.openxmlformats.org/drawingml/2006/main" w="36195">
            <a:solidFill>
              <a:srgbClr val="1865BB"/>
            </a:solidFill>
            <a:prstDash val="solid"/>
          </a:ln>
        </p:spPr>
      </p:sp>
      <p:sp>
        <p:nvSpPr>
          <p:cNvPr id="8" name="CALIBRATION">
            <a:extLst xmlns:a="http://schemas.openxmlformats.org/drawingml/2006/main">
              <a:ext uri="{FF2B5EF4-FFF2-40B4-BE49-F238E27FC236}">
                <a16:creationId xmlns:a16="http://schemas.microsoft.com/office/drawing/2014/main" id="{900A5D4F-FF52-469E-93CF-4817076E581B}"/>
              </a:ext>
            </a:extLst>
          </p:cNvPr>
          <p:cNvSpPr>
            <a:spLocks xmlns:a="http://schemas.openxmlformats.org/drawingml/2006/main" noGrp="1"/>
          </p:cNvSpPr>
          <p:nvPr/>
        </p:nvSpPr>
        <p:spPr>
          <a:xfrm xmlns:a="http://schemas.openxmlformats.org/drawingml/2006/main">
            <a:off x="11191875" y="7534275"/>
            <a:ext cx="2295525" cy="1028700"/>
          </a:xfrm>
          <a:prstGeom xmlns:a="http://schemas.openxmlformats.org/drawingml/2006/main" prst="roundRect">
            <a:avLst>
              <a:gd name="adj" fmla="val 18519"/>
            </a:avLst>
          </a:prstGeom>
          <a:gradFill xmlns:a="http://schemas.openxmlformats.org/drawingml/2006/main">
            <a:gsLst>
              <a:gs pos="0">
                <a:srgbClr val="FFF0C5"/>
              </a:gs>
              <a:gs pos="100000">
                <a:srgbClr val="FFF8E2"/>
              </a:gs>
            </a:gsLst>
            <a:lin ang="5400000"/>
          </a:gradFill>
          <a:ln xmlns:a="http://schemas.openxmlformats.org/drawingml/2006/main" w="36195">
            <a:solidFill>
              <a:srgbClr val="E3A433"/>
            </a:solidFill>
            <a:prstDash val="solid"/>
          </a:ln>
        </p:spPr>
      </p:sp>
      <p:sp>
        <p:nvSpPr>
          <p:cNvPr id="9" name="ESTIMATE">
            <a:extLst xmlns:a="http://schemas.openxmlformats.org/drawingml/2006/main">
              <a:ext uri="{FF2B5EF4-FFF2-40B4-BE49-F238E27FC236}">
                <a16:creationId xmlns:a16="http://schemas.microsoft.com/office/drawing/2014/main" id="{9AF4A549-EAF9-4B74-8234-86BD1559DCE3}"/>
              </a:ext>
            </a:extLst>
          </p:cNvPr>
          <p:cNvSpPr>
            <a:spLocks xmlns:a="http://schemas.openxmlformats.org/drawingml/2006/main" noGrp="1"/>
          </p:cNvSpPr>
          <p:nvPr/>
        </p:nvSpPr>
        <p:spPr>
          <a:xfrm xmlns:a="http://schemas.openxmlformats.org/drawingml/2006/main">
            <a:off x="13668375" y="7534275"/>
            <a:ext cx="2219325" cy="1028700"/>
          </a:xfrm>
          <a:prstGeom xmlns:a="http://schemas.openxmlformats.org/drawingml/2006/main" prst="roundRect">
            <a:avLst>
              <a:gd name="adj" fmla="val 18519"/>
            </a:avLst>
          </a:prstGeom>
          <a:gradFill xmlns:a="http://schemas.openxmlformats.org/drawingml/2006/main">
            <a:gsLst>
              <a:gs pos="0">
                <a:srgbClr val="DAF0D1"/>
              </a:gs>
              <a:gs pos="100000">
                <a:srgbClr val="F0FAEC"/>
              </a:gs>
            </a:gsLst>
            <a:lin ang="5400000"/>
          </a:gradFill>
          <a:ln xmlns:a="http://schemas.openxmlformats.org/drawingml/2006/main" w="36195">
            <a:solidFill>
              <a:srgbClr val="006C44"/>
            </a:solidFill>
            <a:prstDash val="solid"/>
          </a:ln>
        </p:spPr>
      </p:sp>
      <p:sp>
        <p:nvSpPr>
          <p:cNvPr id="10" name="LINE_protein_binding">
            <a:extLst xmlns:a="http://schemas.openxmlformats.org/drawingml/2006/main">
              <a:ext uri="{FF2B5EF4-FFF2-40B4-BE49-F238E27FC236}">
                <a16:creationId xmlns:a16="http://schemas.microsoft.com/office/drawing/2014/main" id="{2EBBC9CF-F188-4A2D-9F81-89123480E066}"/>
              </a:ext>
            </a:extLst>
          </p:cNvPr>
          <p:cNvSpPr>
            <a:spLocks xmlns:a="http://schemas.openxmlformats.org/drawingml/2006/main" noGrp="1"/>
          </p:cNvSpPr>
          <p:nvPr/>
        </p:nvSpPr>
        <p:spPr>
          <a:xfrm xmlns:a="http://schemas.openxmlformats.org/drawingml/2006/main">
            <a:off x="1733550" y="54102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76200">
            <a:solidFill>
              <a:srgbClr val="1559A4"/>
            </a:solidFill>
            <a:prstDash val="solid"/>
          </a:ln>
        </p:spPr>
      </p:sp>
      <p:sp>
        <p:nvSpPr>
          <p:cNvPr id="11" name="HEAD_protein_binding">
            <a:extLst xmlns:a="http://schemas.openxmlformats.org/drawingml/2006/main">
              <a:ext uri="{FF2B5EF4-FFF2-40B4-BE49-F238E27FC236}">
                <a16:creationId xmlns:a16="http://schemas.microsoft.com/office/drawing/2014/main" id="{E2D42930-330E-4627-85C1-AFFFF4F6ECBD}"/>
              </a:ext>
            </a:extLst>
          </p:cNvPr>
          <p:cNvSpPr>
            <a:spLocks xmlns:a="http://schemas.openxmlformats.org/drawingml/2006/main" noGrp="1"/>
          </p:cNvSpPr>
          <p:nvPr/>
        </p:nvSpPr>
        <p:spPr>
          <a:xfrm xmlns:a="http://schemas.openxmlformats.org/drawingml/2006/main">
            <a:off x="1638300" y="5810250"/>
            <a:ext cx="190500" cy="152400"/>
          </a:xfrm>
          <a:custGeom xmlns:a="http://schemas.openxmlformats.org/drawingml/2006/main">
            <a:pathLst>
              <a:path w="190500" h="152400">
                <a:moveTo>
                  <a:pt x="95250" y="152400"/>
                </a:moveTo>
                <a:lnTo>
                  <a:pt x="0" y="0"/>
                </a:lnTo>
                <a:lnTo>
                  <a:pt x="190500" y="0"/>
                </a:lnTo>
                <a:close/>
              </a:path>
            </a:pathLst>
          </a:custGeom>
          <a:solidFill xmlns:a="http://schemas.openxmlformats.org/drawingml/2006/main">
            <a:srgbClr val="1559A4"/>
          </a:solidFill>
          <a:ln xmlns:a="http://schemas.openxmlformats.org/drawingml/2006/main" w="4763">
            <a:solidFill>
              <a:srgbClr val="1559A4"/>
            </a:solidFill>
          </a:ln>
        </p:spPr>
      </p:sp>
      <p:sp>
        <p:nvSpPr>
          <p:cNvPr id="12" name="LINE_standards_to_bound">
            <a:extLst xmlns:a="http://schemas.openxmlformats.org/drawingml/2006/main">
              <a:ext uri="{FF2B5EF4-FFF2-40B4-BE49-F238E27FC236}">
                <a16:creationId xmlns:a16="http://schemas.microsoft.com/office/drawing/2014/main" id="{DCA8AC2E-2EA5-4AED-8A71-A44474D1B67B}"/>
              </a:ext>
            </a:extLst>
          </p:cNvPr>
          <p:cNvSpPr>
            <a:spLocks xmlns:a="http://schemas.openxmlformats.org/drawingml/2006/main" noGrp="1"/>
          </p:cNvSpPr>
          <p:nvPr/>
        </p:nvSpPr>
        <p:spPr>
          <a:xfrm xmlns:a="http://schemas.openxmlformats.org/drawingml/2006/main">
            <a:off x="6657975" y="2305050"/>
            <a:ext cx="895350" cy="9525"/>
          </a:xfrm>
          <a:custGeom xmlns:a="http://schemas.openxmlformats.org/drawingml/2006/main">
            <a:pathLst>
              <a:path w="895350" h="9525">
                <a:moveTo>
                  <a:pt x="0" y="0"/>
                </a:moveTo>
                <a:lnTo>
                  <a:pt x="895350" y="0"/>
                </a:lnTo>
              </a:path>
            </a:pathLst>
          </a:custGeom>
          <a:noFill xmlns:a="http://schemas.openxmlformats.org/drawingml/2006/main"/>
          <a:ln xmlns:a="http://schemas.openxmlformats.org/drawingml/2006/main" w="57150">
            <a:solidFill>
              <a:srgbClr val="1559A4"/>
            </a:solidFill>
            <a:prstDash val="solid"/>
          </a:ln>
        </p:spPr>
      </p:sp>
      <p:sp>
        <p:nvSpPr>
          <p:cNvPr id="13" name="HEAD_standards_to_bound">
            <a:extLst xmlns:a="http://schemas.openxmlformats.org/drawingml/2006/main">
              <a:ext uri="{FF2B5EF4-FFF2-40B4-BE49-F238E27FC236}">
                <a16:creationId xmlns:a16="http://schemas.microsoft.com/office/drawing/2014/main" id="{3A152517-09B1-45AB-904E-2D482792BB5D}"/>
              </a:ext>
            </a:extLst>
          </p:cNvPr>
          <p:cNvSpPr>
            <a:spLocks xmlns:a="http://schemas.openxmlformats.org/drawingml/2006/main" noGrp="1"/>
          </p:cNvSpPr>
          <p:nvPr/>
        </p:nvSpPr>
        <p:spPr>
          <a:xfrm xmlns:a="http://schemas.openxmlformats.org/drawingml/2006/main">
            <a:off x="7400925" y="2209800"/>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14" name="LINE_unknown_to_bound">
            <a:extLst xmlns:a="http://schemas.openxmlformats.org/drawingml/2006/main">
              <a:ext uri="{FF2B5EF4-FFF2-40B4-BE49-F238E27FC236}">
                <a16:creationId xmlns:a16="http://schemas.microsoft.com/office/drawing/2014/main" id="{0178771E-577E-4778-8679-7D3F610D5FFE}"/>
              </a:ext>
            </a:extLst>
          </p:cNvPr>
          <p:cNvSpPr>
            <a:spLocks xmlns:a="http://schemas.openxmlformats.org/drawingml/2006/main" noGrp="1"/>
          </p:cNvSpPr>
          <p:nvPr/>
        </p:nvSpPr>
        <p:spPr>
          <a:xfrm xmlns:a="http://schemas.openxmlformats.org/drawingml/2006/main">
            <a:off x="6657975" y="4876800"/>
            <a:ext cx="914400" cy="9525"/>
          </a:xfrm>
          <a:custGeom xmlns:a="http://schemas.openxmlformats.org/drawingml/2006/main">
            <a:pathLst>
              <a:path w="914400" h="9525">
                <a:moveTo>
                  <a:pt x="0" y="0"/>
                </a:moveTo>
                <a:lnTo>
                  <a:pt x="914400" y="0"/>
                </a:lnTo>
              </a:path>
            </a:pathLst>
          </a:custGeom>
          <a:noFill xmlns:a="http://schemas.openxmlformats.org/drawingml/2006/main"/>
          <a:ln xmlns:a="http://schemas.openxmlformats.org/drawingml/2006/main" w="57150">
            <a:solidFill>
              <a:srgbClr val="1559A4"/>
            </a:solidFill>
            <a:prstDash val="solid"/>
          </a:ln>
        </p:spPr>
      </p:sp>
      <p:sp>
        <p:nvSpPr>
          <p:cNvPr id="15" name="HEAD_unknown_to_bound">
            <a:extLst xmlns:a="http://schemas.openxmlformats.org/drawingml/2006/main">
              <a:ext uri="{FF2B5EF4-FFF2-40B4-BE49-F238E27FC236}">
                <a16:creationId xmlns:a16="http://schemas.microsoft.com/office/drawing/2014/main" id="{83C9A39A-BC42-4E5B-8336-5BF3108C48AB}"/>
              </a:ext>
            </a:extLst>
          </p:cNvPr>
          <p:cNvSpPr>
            <a:spLocks xmlns:a="http://schemas.openxmlformats.org/drawingml/2006/main" noGrp="1"/>
          </p:cNvSpPr>
          <p:nvPr/>
        </p:nvSpPr>
        <p:spPr>
          <a:xfrm xmlns:a="http://schemas.openxmlformats.org/drawingml/2006/main">
            <a:off x="7419975" y="4781550"/>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16" name="LINE_blank_to_reagent">
            <a:extLst xmlns:a="http://schemas.openxmlformats.org/drawingml/2006/main">
              <a:ext uri="{FF2B5EF4-FFF2-40B4-BE49-F238E27FC236}">
                <a16:creationId xmlns:a16="http://schemas.microsoft.com/office/drawing/2014/main" id="{1C178ED4-64DF-4E8F-AF41-2D5CC6E64F75}"/>
              </a:ext>
            </a:extLst>
          </p:cNvPr>
          <p:cNvSpPr>
            <a:spLocks xmlns:a="http://schemas.openxmlformats.org/drawingml/2006/main" noGrp="1"/>
          </p:cNvSpPr>
          <p:nvPr/>
        </p:nvSpPr>
        <p:spPr>
          <a:xfrm xmlns:a="http://schemas.openxmlformats.org/drawingml/2006/main">
            <a:off x="6657975" y="7572375"/>
            <a:ext cx="914400" cy="9525"/>
          </a:xfrm>
          <a:custGeom xmlns:a="http://schemas.openxmlformats.org/drawingml/2006/main">
            <a:pathLst>
              <a:path w="914400" h="9525">
                <a:moveTo>
                  <a:pt x="0" y="0"/>
                </a:moveTo>
                <a:lnTo>
                  <a:pt x="914400" y="0"/>
                </a:lnTo>
              </a:path>
            </a:pathLst>
          </a:custGeom>
          <a:noFill xmlns:a="http://schemas.openxmlformats.org/drawingml/2006/main"/>
          <a:ln xmlns:a="http://schemas.openxmlformats.org/drawingml/2006/main" w="57150">
            <a:solidFill>
              <a:srgbClr val="1559A4"/>
            </a:solidFill>
            <a:prstDash val="solid"/>
          </a:ln>
        </p:spPr>
      </p:sp>
      <p:sp>
        <p:nvSpPr>
          <p:cNvPr id="17" name="HEAD_blank_to_reagent">
            <a:extLst xmlns:a="http://schemas.openxmlformats.org/drawingml/2006/main">
              <a:ext uri="{FF2B5EF4-FFF2-40B4-BE49-F238E27FC236}">
                <a16:creationId xmlns:a16="http://schemas.microsoft.com/office/drawing/2014/main" id="{366A9666-9509-40DE-A9D8-C6B126F75E2E}"/>
              </a:ext>
            </a:extLst>
          </p:cNvPr>
          <p:cNvSpPr>
            <a:spLocks xmlns:a="http://schemas.openxmlformats.org/drawingml/2006/main" noGrp="1"/>
          </p:cNvSpPr>
          <p:nvPr/>
        </p:nvSpPr>
        <p:spPr>
          <a:xfrm xmlns:a="http://schemas.openxmlformats.org/drawingml/2006/main">
            <a:off x="7419975" y="7477125"/>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18" name="LINE_standard_measurement">
            <a:extLst xmlns:a="http://schemas.openxmlformats.org/drawingml/2006/main">
              <a:ext uri="{FF2B5EF4-FFF2-40B4-BE49-F238E27FC236}">
                <a16:creationId xmlns:a16="http://schemas.microsoft.com/office/drawing/2014/main" id="{A27626CA-005A-4955-90E8-0C20B3BF889F}"/>
              </a:ext>
            </a:extLst>
          </p:cNvPr>
          <p:cNvSpPr>
            <a:spLocks xmlns:a="http://schemas.openxmlformats.org/drawingml/2006/main" noGrp="1"/>
          </p:cNvSpPr>
          <p:nvPr/>
        </p:nvSpPr>
        <p:spPr>
          <a:xfrm xmlns:a="http://schemas.openxmlformats.org/drawingml/2006/main">
            <a:off x="8686800" y="2305050"/>
            <a:ext cx="2552700" cy="647700"/>
          </a:xfrm>
          <a:custGeom xmlns:a="http://schemas.openxmlformats.org/drawingml/2006/main">
            <a:pathLst>
              <a:path w="2552700" h="647700">
                <a:moveTo>
                  <a:pt x="0" y="0"/>
                </a:moveTo>
                <a:lnTo>
                  <a:pt x="2114550" y="0"/>
                </a:lnTo>
                <a:lnTo>
                  <a:pt x="2114550" y="647700"/>
                </a:lnTo>
                <a:lnTo>
                  <a:pt x="2552700" y="647700"/>
                </a:lnTo>
              </a:path>
            </a:pathLst>
          </a:custGeom>
          <a:noFill xmlns:a="http://schemas.openxmlformats.org/drawingml/2006/main"/>
          <a:ln xmlns:a="http://schemas.openxmlformats.org/drawingml/2006/main" w="57150">
            <a:solidFill>
              <a:srgbClr val="1559A4"/>
            </a:solidFill>
            <a:prstDash val="solid"/>
          </a:ln>
        </p:spPr>
      </p:sp>
      <p:sp>
        <p:nvSpPr>
          <p:cNvPr id="19" name="HEAD_standard_measurement">
            <a:extLst xmlns:a="http://schemas.openxmlformats.org/drawingml/2006/main">
              <a:ext uri="{FF2B5EF4-FFF2-40B4-BE49-F238E27FC236}">
                <a16:creationId xmlns:a16="http://schemas.microsoft.com/office/drawing/2014/main" id="{21894B4A-051F-4BB9-B247-41E2A3485F23}"/>
              </a:ext>
            </a:extLst>
          </p:cNvPr>
          <p:cNvSpPr>
            <a:spLocks xmlns:a="http://schemas.openxmlformats.org/drawingml/2006/main" noGrp="1"/>
          </p:cNvSpPr>
          <p:nvPr/>
        </p:nvSpPr>
        <p:spPr>
          <a:xfrm xmlns:a="http://schemas.openxmlformats.org/drawingml/2006/main">
            <a:off x="11087100" y="2857500"/>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20" name="LINE_unknown_measurement">
            <a:extLst xmlns:a="http://schemas.openxmlformats.org/drawingml/2006/main">
              <a:ext uri="{FF2B5EF4-FFF2-40B4-BE49-F238E27FC236}">
                <a16:creationId xmlns:a16="http://schemas.microsoft.com/office/drawing/2014/main" id="{A52A6866-D517-48B4-9ADA-34FC07671260}"/>
              </a:ext>
            </a:extLst>
          </p:cNvPr>
          <p:cNvSpPr>
            <a:spLocks xmlns:a="http://schemas.openxmlformats.org/drawingml/2006/main" noGrp="1"/>
          </p:cNvSpPr>
          <p:nvPr/>
        </p:nvSpPr>
        <p:spPr>
          <a:xfrm xmlns:a="http://schemas.openxmlformats.org/drawingml/2006/main">
            <a:off x="8686800" y="2952750"/>
            <a:ext cx="2114550" cy="1924050"/>
          </a:xfrm>
          <a:custGeom xmlns:a="http://schemas.openxmlformats.org/drawingml/2006/main">
            <a:pathLst>
              <a:path w="2114550" h="1924050">
                <a:moveTo>
                  <a:pt x="0" y="1924050"/>
                </a:moveTo>
                <a:lnTo>
                  <a:pt x="2114550" y="1924050"/>
                </a:lnTo>
                <a:lnTo>
                  <a:pt x="2114550" y="0"/>
                </a:lnTo>
              </a:path>
            </a:pathLst>
          </a:custGeom>
          <a:noFill xmlns:a="http://schemas.openxmlformats.org/drawingml/2006/main"/>
          <a:ln xmlns:a="http://schemas.openxmlformats.org/drawingml/2006/main" w="57150">
            <a:solidFill>
              <a:srgbClr val="1559A4"/>
            </a:solidFill>
            <a:prstDash val="solid"/>
          </a:ln>
        </p:spPr>
      </p:sp>
      <p:sp>
        <p:nvSpPr>
          <p:cNvPr id="21" name="LINE_blank_measurement">
            <a:extLst xmlns:a="http://schemas.openxmlformats.org/drawingml/2006/main">
              <a:ext uri="{FF2B5EF4-FFF2-40B4-BE49-F238E27FC236}">
                <a16:creationId xmlns:a16="http://schemas.microsoft.com/office/drawing/2014/main" id="{64D8B37D-F90B-41BC-945A-AA9AF6A633F3}"/>
              </a:ext>
            </a:extLst>
          </p:cNvPr>
          <p:cNvSpPr>
            <a:spLocks xmlns:a="http://schemas.openxmlformats.org/drawingml/2006/main" noGrp="1"/>
          </p:cNvSpPr>
          <p:nvPr/>
        </p:nvSpPr>
        <p:spPr>
          <a:xfrm xmlns:a="http://schemas.openxmlformats.org/drawingml/2006/main">
            <a:off x="8686800" y="4648200"/>
            <a:ext cx="2552700" cy="2924175"/>
          </a:xfrm>
          <a:custGeom xmlns:a="http://schemas.openxmlformats.org/drawingml/2006/main">
            <a:pathLst>
              <a:path w="2552700" h="2924175">
                <a:moveTo>
                  <a:pt x="0" y="2924175"/>
                </a:moveTo>
                <a:lnTo>
                  <a:pt x="2381250" y="2924175"/>
                </a:lnTo>
                <a:lnTo>
                  <a:pt x="2381250" y="0"/>
                </a:lnTo>
                <a:lnTo>
                  <a:pt x="2552700" y="0"/>
                </a:lnTo>
              </a:path>
            </a:pathLst>
          </a:custGeom>
          <a:noFill xmlns:a="http://schemas.openxmlformats.org/drawingml/2006/main"/>
          <a:ln xmlns:a="http://schemas.openxmlformats.org/drawingml/2006/main" w="57150">
            <a:solidFill>
              <a:srgbClr val="1559A4"/>
            </a:solidFill>
            <a:prstDash val="solid"/>
          </a:ln>
        </p:spPr>
      </p:sp>
      <p:sp>
        <p:nvSpPr>
          <p:cNvPr id="22" name="HEAD_blank_measurement">
            <a:extLst xmlns:a="http://schemas.openxmlformats.org/drawingml/2006/main">
              <a:ext uri="{FF2B5EF4-FFF2-40B4-BE49-F238E27FC236}">
                <a16:creationId xmlns:a16="http://schemas.microsoft.com/office/drawing/2014/main" id="{B4D3266E-27E3-49B6-BA98-C58302656F3C}"/>
              </a:ext>
            </a:extLst>
          </p:cNvPr>
          <p:cNvSpPr>
            <a:spLocks xmlns:a="http://schemas.openxmlformats.org/drawingml/2006/main" noGrp="1"/>
          </p:cNvSpPr>
          <p:nvPr/>
        </p:nvSpPr>
        <p:spPr>
          <a:xfrm xmlns:a="http://schemas.openxmlformats.org/drawingml/2006/main">
            <a:off x="11087100" y="4552950"/>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23" name="LINE_measurement_to_correction">
            <a:extLst xmlns:a="http://schemas.openxmlformats.org/drawingml/2006/main">
              <a:ext uri="{FF2B5EF4-FFF2-40B4-BE49-F238E27FC236}">
                <a16:creationId xmlns:a16="http://schemas.microsoft.com/office/drawing/2014/main" id="{798EFFF4-1E2C-4D9B-A169-5418ED332506}"/>
              </a:ext>
            </a:extLst>
          </p:cNvPr>
          <p:cNvSpPr>
            <a:spLocks xmlns:a="http://schemas.openxmlformats.org/drawingml/2006/main" noGrp="1"/>
          </p:cNvSpPr>
          <p:nvPr/>
        </p:nvSpPr>
        <p:spPr>
          <a:xfrm xmlns:a="http://schemas.openxmlformats.org/drawingml/2006/main">
            <a:off x="13411200" y="5095875"/>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57150">
            <a:solidFill>
              <a:srgbClr val="1559A4"/>
            </a:solidFill>
            <a:prstDash val="solid"/>
          </a:ln>
        </p:spPr>
      </p:sp>
      <p:sp>
        <p:nvSpPr>
          <p:cNvPr id="24" name="HEAD_measurement_to_correction">
            <a:extLst xmlns:a="http://schemas.openxmlformats.org/drawingml/2006/main">
              <a:ext uri="{FF2B5EF4-FFF2-40B4-BE49-F238E27FC236}">
                <a16:creationId xmlns:a16="http://schemas.microsoft.com/office/drawing/2014/main" id="{3D32053D-1F98-4860-A5B7-BA0878BCC6F0}"/>
              </a:ext>
            </a:extLst>
          </p:cNvPr>
          <p:cNvSpPr>
            <a:spLocks xmlns:a="http://schemas.openxmlformats.org/drawingml/2006/main" noGrp="1"/>
          </p:cNvSpPr>
          <p:nvPr/>
        </p:nvSpPr>
        <p:spPr>
          <a:xfrm xmlns:a="http://schemas.openxmlformats.org/drawingml/2006/main">
            <a:off x="13315950" y="5372100"/>
            <a:ext cx="190500" cy="152400"/>
          </a:xfrm>
          <a:custGeom xmlns:a="http://schemas.openxmlformats.org/drawingml/2006/main">
            <a:pathLst>
              <a:path w="190500" h="152400">
                <a:moveTo>
                  <a:pt x="95250" y="152400"/>
                </a:moveTo>
                <a:lnTo>
                  <a:pt x="0" y="0"/>
                </a:lnTo>
                <a:lnTo>
                  <a:pt x="190500" y="0"/>
                </a:lnTo>
                <a:close/>
              </a:path>
            </a:pathLst>
          </a:custGeom>
          <a:solidFill xmlns:a="http://schemas.openxmlformats.org/drawingml/2006/main">
            <a:srgbClr val="1559A4"/>
          </a:solidFill>
          <a:ln xmlns:a="http://schemas.openxmlformats.org/drawingml/2006/main" w="4763">
            <a:solidFill>
              <a:srgbClr val="1559A4"/>
            </a:solidFill>
          </a:ln>
        </p:spPr>
      </p:sp>
      <p:sp>
        <p:nvSpPr>
          <p:cNvPr id="25" name="LINE_corrected_standards">
            <a:extLst xmlns:a="http://schemas.openxmlformats.org/drawingml/2006/main">
              <a:ext uri="{FF2B5EF4-FFF2-40B4-BE49-F238E27FC236}">
                <a16:creationId xmlns:a16="http://schemas.microsoft.com/office/drawing/2014/main" id="{4ABF5E27-AACE-46E5-B42F-8493D789A8C8}"/>
              </a:ext>
            </a:extLst>
          </p:cNvPr>
          <p:cNvSpPr>
            <a:spLocks xmlns:a="http://schemas.openxmlformats.org/drawingml/2006/main" noGrp="1"/>
          </p:cNvSpPr>
          <p:nvPr/>
        </p:nvSpPr>
        <p:spPr>
          <a:xfrm xmlns:a="http://schemas.openxmlformats.org/drawingml/2006/main">
            <a:off x="12211050" y="6858000"/>
            <a:ext cx="9525" cy="590550"/>
          </a:xfrm>
          <a:custGeom xmlns:a="http://schemas.openxmlformats.org/drawingml/2006/main">
            <a:pathLst>
              <a:path w="9525" h="590550">
                <a:moveTo>
                  <a:pt x="0" y="0"/>
                </a:moveTo>
                <a:lnTo>
                  <a:pt x="0" y="590550"/>
                </a:lnTo>
              </a:path>
            </a:pathLst>
          </a:custGeom>
          <a:noFill xmlns:a="http://schemas.openxmlformats.org/drawingml/2006/main"/>
          <a:ln xmlns:a="http://schemas.openxmlformats.org/drawingml/2006/main" w="57150">
            <a:solidFill>
              <a:srgbClr val="DCA12A"/>
            </a:solidFill>
            <a:prstDash val="solid"/>
          </a:ln>
        </p:spPr>
      </p:sp>
      <p:sp>
        <p:nvSpPr>
          <p:cNvPr id="26" name="HEAD_corrected_standards">
            <a:extLst xmlns:a="http://schemas.openxmlformats.org/drawingml/2006/main">
              <a:ext uri="{FF2B5EF4-FFF2-40B4-BE49-F238E27FC236}">
                <a16:creationId xmlns:a16="http://schemas.microsoft.com/office/drawing/2014/main" id="{39BB17C8-0D47-4787-9081-5ED9A804F4C6}"/>
              </a:ext>
            </a:extLst>
          </p:cNvPr>
          <p:cNvSpPr>
            <a:spLocks xmlns:a="http://schemas.openxmlformats.org/drawingml/2006/main" noGrp="1"/>
          </p:cNvSpPr>
          <p:nvPr/>
        </p:nvSpPr>
        <p:spPr>
          <a:xfrm xmlns:a="http://schemas.openxmlformats.org/drawingml/2006/main">
            <a:off x="12115800" y="7296150"/>
            <a:ext cx="190500" cy="152400"/>
          </a:xfrm>
          <a:custGeom xmlns:a="http://schemas.openxmlformats.org/drawingml/2006/main">
            <a:pathLst>
              <a:path w="190500" h="152400">
                <a:moveTo>
                  <a:pt x="95250" y="152400"/>
                </a:moveTo>
                <a:lnTo>
                  <a:pt x="0" y="0"/>
                </a:lnTo>
                <a:lnTo>
                  <a:pt x="190500" y="0"/>
                </a:lnTo>
                <a:close/>
              </a:path>
            </a:pathLst>
          </a:custGeom>
          <a:solidFill xmlns:a="http://schemas.openxmlformats.org/drawingml/2006/main">
            <a:srgbClr val="DCA12A"/>
          </a:solidFill>
          <a:ln xmlns:a="http://schemas.openxmlformats.org/drawingml/2006/main" w="4763">
            <a:solidFill>
              <a:srgbClr val="DCA12A"/>
            </a:solidFill>
          </a:ln>
        </p:spPr>
      </p:sp>
      <p:sp>
        <p:nvSpPr>
          <p:cNvPr id="27" name="LINE_corrected_unknown">
            <a:extLst xmlns:a="http://schemas.openxmlformats.org/drawingml/2006/main">
              <a:ext uri="{FF2B5EF4-FFF2-40B4-BE49-F238E27FC236}">
                <a16:creationId xmlns:a16="http://schemas.microsoft.com/office/drawing/2014/main" id="{16D3412A-E73F-45F3-A0EC-6B3EFB3E1135}"/>
              </a:ext>
            </a:extLst>
          </p:cNvPr>
          <p:cNvSpPr>
            <a:spLocks xmlns:a="http://schemas.openxmlformats.org/drawingml/2006/main" noGrp="1"/>
          </p:cNvSpPr>
          <p:nvPr/>
        </p:nvSpPr>
        <p:spPr>
          <a:xfrm xmlns:a="http://schemas.openxmlformats.org/drawingml/2006/main">
            <a:off x="14849475" y="6858000"/>
            <a:ext cx="9525" cy="590550"/>
          </a:xfrm>
          <a:custGeom xmlns:a="http://schemas.openxmlformats.org/drawingml/2006/main">
            <a:pathLst>
              <a:path w="9525" h="590550">
                <a:moveTo>
                  <a:pt x="0" y="0"/>
                </a:moveTo>
                <a:lnTo>
                  <a:pt x="0" y="590550"/>
                </a:lnTo>
              </a:path>
            </a:pathLst>
          </a:custGeom>
          <a:noFill xmlns:a="http://schemas.openxmlformats.org/drawingml/2006/main"/>
          <a:ln xmlns:a="http://schemas.openxmlformats.org/drawingml/2006/main" w="57150">
            <a:solidFill>
              <a:srgbClr val="007345"/>
            </a:solidFill>
            <a:prstDash val="solid"/>
          </a:ln>
        </p:spPr>
      </p:sp>
      <p:sp>
        <p:nvSpPr>
          <p:cNvPr id="28" name="HEAD_corrected_unknown">
            <a:extLst xmlns:a="http://schemas.openxmlformats.org/drawingml/2006/main">
              <a:ext uri="{FF2B5EF4-FFF2-40B4-BE49-F238E27FC236}">
                <a16:creationId xmlns:a16="http://schemas.microsoft.com/office/drawing/2014/main" id="{EEA18415-E656-447F-AD75-C129587C6338}"/>
              </a:ext>
            </a:extLst>
          </p:cNvPr>
          <p:cNvSpPr>
            <a:spLocks xmlns:a="http://schemas.openxmlformats.org/drawingml/2006/main" noGrp="1"/>
          </p:cNvSpPr>
          <p:nvPr/>
        </p:nvSpPr>
        <p:spPr>
          <a:xfrm xmlns:a="http://schemas.openxmlformats.org/drawingml/2006/main">
            <a:off x="14754225" y="7296150"/>
            <a:ext cx="190500" cy="152400"/>
          </a:xfrm>
          <a:custGeom xmlns:a="http://schemas.openxmlformats.org/drawingml/2006/main">
            <a:pathLst>
              <a:path w="190500" h="152400">
                <a:moveTo>
                  <a:pt x="95250" y="152400"/>
                </a:moveTo>
                <a:lnTo>
                  <a:pt x="0" y="0"/>
                </a:lnTo>
                <a:lnTo>
                  <a:pt x="190500" y="0"/>
                </a:lnTo>
                <a:close/>
              </a:path>
            </a:pathLst>
          </a:custGeom>
          <a:solidFill xmlns:a="http://schemas.openxmlformats.org/drawingml/2006/main">
            <a:srgbClr val="007345"/>
          </a:solidFill>
          <a:ln xmlns:a="http://schemas.openxmlformats.org/drawingml/2006/main" w="4763">
            <a:solidFill>
              <a:srgbClr val="007345"/>
            </a:solidFill>
          </a:ln>
        </p:spPr>
      </p:sp>
      <p:sp>
        <p:nvSpPr>
          <p:cNvPr id="29" name="LINE_calibration_to_estimate">
            <a:extLst xmlns:a="http://schemas.openxmlformats.org/drawingml/2006/main">
              <a:ext uri="{FF2B5EF4-FFF2-40B4-BE49-F238E27FC236}">
                <a16:creationId xmlns:a16="http://schemas.microsoft.com/office/drawing/2014/main" id="{5F93D527-7FE3-41AE-9622-55E8DEFB7550}"/>
              </a:ext>
            </a:extLst>
          </p:cNvPr>
          <p:cNvSpPr>
            <a:spLocks xmlns:a="http://schemas.openxmlformats.org/drawingml/2006/main" noGrp="1"/>
          </p:cNvSpPr>
          <p:nvPr/>
        </p:nvSpPr>
        <p:spPr>
          <a:xfrm xmlns:a="http://schemas.openxmlformats.org/drawingml/2006/main">
            <a:off x="13496925" y="8048625"/>
            <a:ext cx="104775" cy="9525"/>
          </a:xfrm>
          <a:custGeom xmlns:a="http://schemas.openxmlformats.org/drawingml/2006/main">
            <a:pathLst>
              <a:path w="104775" h="9525">
                <a:moveTo>
                  <a:pt x="0" y="0"/>
                </a:moveTo>
                <a:lnTo>
                  <a:pt x="104775" y="0"/>
                </a:lnTo>
              </a:path>
            </a:pathLst>
          </a:custGeom>
          <a:noFill xmlns:a="http://schemas.openxmlformats.org/drawingml/2006/main"/>
          <a:ln xmlns:a="http://schemas.openxmlformats.org/drawingml/2006/main" w="66675">
            <a:solidFill>
              <a:srgbClr val="DCA12A"/>
            </a:solidFill>
            <a:prstDash val="solid"/>
          </a:ln>
        </p:spPr>
      </p:sp>
      <p:sp>
        <p:nvSpPr>
          <p:cNvPr id="30" name="HEAD_calibration_to_estimate">
            <a:extLst xmlns:a="http://schemas.openxmlformats.org/drawingml/2006/main">
              <a:ext uri="{FF2B5EF4-FFF2-40B4-BE49-F238E27FC236}">
                <a16:creationId xmlns:a16="http://schemas.microsoft.com/office/drawing/2014/main" id="{21044BE6-DA21-4C90-8547-035A50A1A254}"/>
              </a:ext>
            </a:extLst>
          </p:cNvPr>
          <p:cNvSpPr>
            <a:spLocks xmlns:a="http://schemas.openxmlformats.org/drawingml/2006/main" noGrp="1"/>
          </p:cNvSpPr>
          <p:nvPr/>
        </p:nvSpPr>
        <p:spPr>
          <a:xfrm xmlns:a="http://schemas.openxmlformats.org/drawingml/2006/main">
            <a:off x="13449300" y="7953375"/>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DCA12A"/>
          </a:solidFill>
          <a:ln xmlns:a="http://schemas.openxmlformats.org/drawingml/2006/main" w="4763">
            <a:solidFill>
              <a:srgbClr val="DCA12A"/>
            </a:solidFill>
          </a:ln>
        </p:spPr>
      </p:sp>
      <p:sp>
        <p:nvSpPr>
          <p:cNvPr id="31" name="ASSET_A01_O01">
            <a:extLst xmlns:a="http://schemas.openxmlformats.org/drawingml/2006/main">
              <a:ext uri="{FF2B5EF4-FFF2-40B4-BE49-F238E27FC236}">
                <a16:creationId xmlns:a16="http://schemas.microsoft.com/office/drawing/2014/main" id="{68CB23D2-D4E9-4345-9B6A-40896017D5AD}"/>
              </a:ext>
            </a:extLst>
          </p:cNvPr>
          <p:cNvSpPr>
            <a:spLocks xmlns:a="http://schemas.openxmlformats.org/drawingml/2006/main" noGrp="1"/>
          </p:cNvSpPr>
          <p:nvPr/>
        </p:nvSpPr>
        <p:spPr>
          <a:xfrm xmlns:a="http://schemas.openxmlformats.org/drawingml/2006/main">
            <a:off x="801632" y="1790700"/>
            <a:ext cx="1863836" cy="1323975"/>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ASSET_A02_O02">
            <a:extLst xmlns:a="http://schemas.openxmlformats.org/drawingml/2006/main">
              <a:ext uri="{FF2B5EF4-FFF2-40B4-BE49-F238E27FC236}">
                <a16:creationId xmlns:a16="http://schemas.microsoft.com/office/drawing/2014/main" id="{BAD56D10-1974-47DB-AE61-376C3BB290BC}"/>
              </a:ext>
            </a:extLst>
          </p:cNvPr>
          <p:cNvSpPr>
            <a:spLocks xmlns:a="http://schemas.openxmlformats.org/drawingml/2006/main" noGrp="1"/>
          </p:cNvSpPr>
          <p:nvPr/>
        </p:nvSpPr>
        <p:spPr>
          <a:xfrm xmlns:a="http://schemas.openxmlformats.org/drawingml/2006/main">
            <a:off x="1030159" y="4514850"/>
            <a:ext cx="1340106" cy="838200"/>
          </a:xfrm>
          <a:prstGeom xmlns:a="http://schemas.openxmlformats.org/drawingml/2006/main" prst="rect">
            <a:avLst/>
          </a:prstGeom>
          <a:noFill xmlns:a="http://schemas.openxmlformats.org/drawingml/2006/main"/>
          <a:ln xmlns:a="http://schemas.openxmlformats.org/drawingml/2006/main" w="0">
            <a:noFill/>
            <a:prstDash val="solid"/>
          </a:ln>
        </p:spPr>
      </p:sp>
      <p:sp>
        <p:nvSpPr>
          <p:cNvPr id="33" name="ASSET_A03_O03">
            <a:extLst xmlns:a="http://schemas.openxmlformats.org/drawingml/2006/main">
              <a:ext uri="{FF2B5EF4-FFF2-40B4-BE49-F238E27FC236}">
                <a16:creationId xmlns:a16="http://schemas.microsoft.com/office/drawing/2014/main" id="{109EF8AB-D98F-43F5-A911-CEA1042BAC91}"/>
              </a:ext>
            </a:extLst>
          </p:cNvPr>
          <p:cNvSpPr>
            <a:spLocks xmlns:a="http://schemas.openxmlformats.org/drawingml/2006/main" noGrp="1"/>
          </p:cNvSpPr>
          <p:nvPr/>
        </p:nvSpPr>
        <p:spPr>
          <a:xfrm xmlns:a="http://schemas.openxmlformats.org/drawingml/2006/main">
            <a:off x="528638" y="6096000"/>
            <a:ext cx="2371725" cy="1581150"/>
          </a:xfrm>
          <a:prstGeom xmlns:a="http://schemas.openxmlformats.org/drawingml/2006/main" prst="rect">
            <a:avLst/>
          </a:prstGeom>
          <a:noFill xmlns:a="http://schemas.openxmlformats.org/drawingml/2006/main"/>
          <a:ln xmlns:a="http://schemas.openxmlformats.org/drawingml/2006/main" w="0">
            <a:noFill/>
            <a:prstDash val="solid"/>
          </a:ln>
        </p:spPr>
      </p:sp>
      <p:sp>
        <p:nvSpPr>
          <p:cNvPr id="34" name="ASSET_A04_O04">
            <a:extLst xmlns:a="http://schemas.openxmlformats.org/drawingml/2006/main">
              <a:ext uri="{FF2B5EF4-FFF2-40B4-BE49-F238E27FC236}">
                <a16:creationId xmlns:a16="http://schemas.microsoft.com/office/drawing/2014/main" id="{FDEBADEC-5AB1-4D9A-8378-E3A07CF285D4}"/>
              </a:ext>
            </a:extLst>
          </p:cNvPr>
          <p:cNvSpPr>
            <a:spLocks xmlns:a="http://schemas.openxmlformats.org/drawingml/2006/main" noGrp="1"/>
          </p:cNvSpPr>
          <p:nvPr/>
        </p:nvSpPr>
        <p:spPr>
          <a:xfrm xmlns:a="http://schemas.openxmlformats.org/drawingml/2006/main">
            <a:off x="4010025" y="1897856"/>
            <a:ext cx="2238375" cy="1119188"/>
          </a:xfrm>
          <a:prstGeom xmlns:a="http://schemas.openxmlformats.org/drawingml/2006/main" prst="rect">
            <a:avLst/>
          </a:prstGeom>
          <a:noFill xmlns:a="http://schemas.openxmlformats.org/drawingml/2006/main"/>
          <a:ln xmlns:a="http://schemas.openxmlformats.org/drawingml/2006/main" w="0">
            <a:noFill/>
            <a:prstDash val="solid"/>
          </a:ln>
        </p:spPr>
      </p:sp>
      <p:sp>
        <p:nvSpPr>
          <p:cNvPr id="35" name="ASSET_A05_O05">
            <a:extLst xmlns:a="http://schemas.openxmlformats.org/drawingml/2006/main">
              <a:ext uri="{FF2B5EF4-FFF2-40B4-BE49-F238E27FC236}">
                <a16:creationId xmlns:a16="http://schemas.microsoft.com/office/drawing/2014/main" id="{5FAC95C6-1D71-454C-8FF0-6FFF658EF599}"/>
              </a:ext>
            </a:extLst>
          </p:cNvPr>
          <p:cNvSpPr>
            <a:spLocks xmlns:a="http://schemas.openxmlformats.org/drawingml/2006/main" noGrp="1"/>
          </p:cNvSpPr>
          <p:nvPr/>
        </p:nvSpPr>
        <p:spPr>
          <a:xfrm xmlns:a="http://schemas.openxmlformats.org/drawingml/2006/main">
            <a:off x="4724400" y="4400550"/>
            <a:ext cx="857250" cy="1285875"/>
          </a:xfrm>
          <a:prstGeom xmlns:a="http://schemas.openxmlformats.org/drawingml/2006/main" prst="rect">
            <a:avLst/>
          </a:prstGeom>
          <a:noFill xmlns:a="http://schemas.openxmlformats.org/drawingml/2006/main"/>
          <a:ln xmlns:a="http://schemas.openxmlformats.org/drawingml/2006/main" w="0">
            <a:noFill/>
            <a:prstDash val="solid"/>
          </a:ln>
        </p:spPr>
      </p:sp>
      <p:sp>
        <p:nvSpPr>
          <p:cNvPr id="36" name="ASSET_A05_O06">
            <a:extLst xmlns:a="http://schemas.openxmlformats.org/drawingml/2006/main">
              <a:ext uri="{FF2B5EF4-FFF2-40B4-BE49-F238E27FC236}">
                <a16:creationId xmlns:a16="http://schemas.microsoft.com/office/drawing/2014/main" id="{A9ED96E2-6BA2-4E7C-89E6-3F5E090EA50D}"/>
              </a:ext>
            </a:extLst>
          </p:cNvPr>
          <p:cNvSpPr>
            <a:spLocks xmlns:a="http://schemas.openxmlformats.org/drawingml/2006/main" noGrp="1"/>
          </p:cNvSpPr>
          <p:nvPr/>
        </p:nvSpPr>
        <p:spPr>
          <a:xfrm xmlns:a="http://schemas.openxmlformats.org/drawingml/2006/main">
            <a:off x="4733925" y="6953250"/>
            <a:ext cx="838200" cy="1257300"/>
          </a:xfrm>
          <a:prstGeom xmlns:a="http://schemas.openxmlformats.org/drawingml/2006/main" prst="rect">
            <a:avLst/>
          </a:prstGeom>
          <a:noFill xmlns:a="http://schemas.openxmlformats.org/drawingml/2006/main"/>
          <a:ln xmlns:a="http://schemas.openxmlformats.org/drawingml/2006/main" w="0">
            <a:noFill/>
            <a:prstDash val="solid"/>
          </a:ln>
        </p:spPr>
      </p:sp>
      <p:sp>
        <p:nvSpPr>
          <p:cNvPr id="37" name="ASSET_A06_O07">
            <a:extLst xmlns:a="http://schemas.openxmlformats.org/drawingml/2006/main">
              <a:ext uri="{FF2B5EF4-FFF2-40B4-BE49-F238E27FC236}">
                <a16:creationId xmlns:a16="http://schemas.microsoft.com/office/drawing/2014/main" id="{0A15F11E-86F2-4804-A7C1-8B123B7B969E}"/>
              </a:ext>
            </a:extLst>
          </p:cNvPr>
          <p:cNvSpPr>
            <a:spLocks xmlns:a="http://schemas.openxmlformats.org/drawingml/2006/main" noGrp="1"/>
          </p:cNvSpPr>
          <p:nvPr/>
        </p:nvSpPr>
        <p:spPr>
          <a:xfrm xmlns:a="http://schemas.openxmlformats.org/drawingml/2006/main">
            <a:off x="8220075" y="981075"/>
            <a:ext cx="685800" cy="685800"/>
          </a:xfrm>
          <a:prstGeom xmlns:a="http://schemas.openxmlformats.org/drawingml/2006/main" prst="rect">
            <a:avLst/>
          </a:prstGeom>
          <a:noFill xmlns:a="http://schemas.openxmlformats.org/drawingml/2006/main"/>
          <a:ln xmlns:a="http://schemas.openxmlformats.org/drawingml/2006/main" w="0">
            <a:noFill/>
            <a:prstDash val="solid"/>
          </a:ln>
        </p:spPr>
      </p:sp>
      <p:sp>
        <p:nvSpPr>
          <p:cNvPr id="38" name="ASSET_A06_O08">
            <a:extLst xmlns:a="http://schemas.openxmlformats.org/drawingml/2006/main">
              <a:ext uri="{FF2B5EF4-FFF2-40B4-BE49-F238E27FC236}">
                <a16:creationId xmlns:a16="http://schemas.microsoft.com/office/drawing/2014/main" id="{62AFD459-7F7F-4F8C-9BFC-9E4212014753}"/>
              </a:ext>
            </a:extLst>
          </p:cNvPr>
          <p:cNvSpPr>
            <a:spLocks xmlns:a="http://schemas.openxmlformats.org/drawingml/2006/main" noGrp="1"/>
          </p:cNvSpPr>
          <p:nvPr/>
        </p:nvSpPr>
        <p:spPr>
          <a:xfrm xmlns:a="http://schemas.openxmlformats.org/drawingml/2006/main">
            <a:off x="8220075" y="3552825"/>
            <a:ext cx="685800" cy="685800"/>
          </a:xfrm>
          <a:prstGeom xmlns:a="http://schemas.openxmlformats.org/drawingml/2006/main" prst="rect">
            <a:avLst/>
          </a:prstGeom>
          <a:noFill xmlns:a="http://schemas.openxmlformats.org/drawingml/2006/main"/>
          <a:ln xmlns:a="http://schemas.openxmlformats.org/drawingml/2006/main" w="0">
            <a:noFill/>
            <a:prstDash val="solid"/>
          </a:ln>
        </p:spPr>
      </p:sp>
      <p:sp>
        <p:nvSpPr>
          <p:cNvPr id="39" name="ASSET_A06_O09">
            <a:extLst xmlns:a="http://schemas.openxmlformats.org/drawingml/2006/main">
              <a:ext uri="{FF2B5EF4-FFF2-40B4-BE49-F238E27FC236}">
                <a16:creationId xmlns:a16="http://schemas.microsoft.com/office/drawing/2014/main" id="{98A5F55C-01A8-4EA1-9617-4EA7E0374E02}"/>
              </a:ext>
            </a:extLst>
          </p:cNvPr>
          <p:cNvSpPr>
            <a:spLocks xmlns:a="http://schemas.openxmlformats.org/drawingml/2006/main" noGrp="1"/>
          </p:cNvSpPr>
          <p:nvPr/>
        </p:nvSpPr>
        <p:spPr>
          <a:xfrm xmlns:a="http://schemas.openxmlformats.org/drawingml/2006/main">
            <a:off x="8220075" y="6229350"/>
            <a:ext cx="685800" cy="685800"/>
          </a:xfrm>
          <a:prstGeom xmlns:a="http://schemas.openxmlformats.org/drawingml/2006/main" prst="rect">
            <a:avLst/>
          </a:prstGeom>
          <a:noFill xmlns:a="http://schemas.openxmlformats.org/drawingml/2006/main"/>
          <a:ln xmlns:a="http://schemas.openxmlformats.org/drawingml/2006/main" w="0">
            <a:noFill/>
            <a:prstDash val="solid"/>
          </a:ln>
        </p:spPr>
      </p:sp>
      <p:sp>
        <p:nvSpPr>
          <p:cNvPr id="40" name="ASSET_A07_O10">
            <a:extLst xmlns:a="http://schemas.openxmlformats.org/drawingml/2006/main">
              <a:ext uri="{FF2B5EF4-FFF2-40B4-BE49-F238E27FC236}">
                <a16:creationId xmlns:a16="http://schemas.microsoft.com/office/drawing/2014/main" id="{D36BAEFD-8383-4025-9313-56E21C7DB76D}"/>
              </a:ext>
            </a:extLst>
          </p:cNvPr>
          <p:cNvSpPr>
            <a:spLocks xmlns:a="http://schemas.openxmlformats.org/drawingml/2006/main" noGrp="1"/>
          </p:cNvSpPr>
          <p:nvPr/>
        </p:nvSpPr>
        <p:spPr>
          <a:xfrm xmlns:a="http://schemas.openxmlformats.org/drawingml/2006/main">
            <a:off x="7707313" y="1762125"/>
            <a:ext cx="711200" cy="1066800"/>
          </a:xfrm>
          <a:prstGeom xmlns:a="http://schemas.openxmlformats.org/drawingml/2006/main" prst="rect">
            <a:avLst/>
          </a:prstGeom>
          <a:noFill xmlns:a="http://schemas.openxmlformats.org/drawingml/2006/main"/>
          <a:ln xmlns:a="http://schemas.openxmlformats.org/drawingml/2006/main" w="0">
            <a:noFill/>
            <a:prstDash val="solid"/>
          </a:ln>
        </p:spPr>
      </p:sp>
      <p:sp>
        <p:nvSpPr>
          <p:cNvPr id="41" name="ASSET_A07_O11">
            <a:extLst xmlns:a="http://schemas.openxmlformats.org/drawingml/2006/main">
              <a:ext uri="{FF2B5EF4-FFF2-40B4-BE49-F238E27FC236}">
                <a16:creationId xmlns:a16="http://schemas.microsoft.com/office/drawing/2014/main" id="{B227115E-5243-40ED-92E4-342282700F64}"/>
              </a:ext>
            </a:extLst>
          </p:cNvPr>
          <p:cNvSpPr>
            <a:spLocks xmlns:a="http://schemas.openxmlformats.org/drawingml/2006/main" noGrp="1"/>
          </p:cNvSpPr>
          <p:nvPr/>
        </p:nvSpPr>
        <p:spPr>
          <a:xfrm xmlns:a="http://schemas.openxmlformats.org/drawingml/2006/main">
            <a:off x="7694612" y="4314825"/>
            <a:ext cx="755650" cy="1133475"/>
          </a:xfrm>
          <a:prstGeom xmlns:a="http://schemas.openxmlformats.org/drawingml/2006/main" prst="rect">
            <a:avLst/>
          </a:prstGeom>
          <a:noFill xmlns:a="http://schemas.openxmlformats.org/drawingml/2006/main"/>
          <a:ln xmlns:a="http://schemas.openxmlformats.org/drawingml/2006/main" w="0">
            <a:noFill/>
            <a:prstDash val="solid"/>
          </a:ln>
        </p:spPr>
      </p:sp>
      <p:sp>
        <p:nvSpPr>
          <p:cNvPr id="42" name="ASSET_A08_O12">
            <a:extLst xmlns:a="http://schemas.openxmlformats.org/drawingml/2006/main">
              <a:ext uri="{FF2B5EF4-FFF2-40B4-BE49-F238E27FC236}">
                <a16:creationId xmlns:a16="http://schemas.microsoft.com/office/drawing/2014/main" id="{5AA9EAFD-8188-4137-929F-F7BE610AA5EE}"/>
              </a:ext>
            </a:extLst>
          </p:cNvPr>
          <p:cNvSpPr>
            <a:spLocks xmlns:a="http://schemas.openxmlformats.org/drawingml/2006/main" noGrp="1"/>
          </p:cNvSpPr>
          <p:nvPr/>
        </p:nvSpPr>
        <p:spPr>
          <a:xfrm xmlns:a="http://schemas.openxmlformats.org/drawingml/2006/main">
            <a:off x="7700963" y="7000875"/>
            <a:ext cx="742950" cy="1114425"/>
          </a:xfrm>
          <a:prstGeom xmlns:a="http://schemas.openxmlformats.org/drawingml/2006/main" prst="rect">
            <a:avLst/>
          </a:prstGeom>
          <a:noFill xmlns:a="http://schemas.openxmlformats.org/drawingml/2006/main"/>
          <a:ln xmlns:a="http://schemas.openxmlformats.org/drawingml/2006/main" w="0">
            <a:noFill/>
            <a:prstDash val="solid"/>
          </a:ln>
        </p:spPr>
      </p:sp>
      <p:sp>
        <p:nvSpPr>
          <p:cNvPr id="43" name="ASSET_A09_O13">
            <a:extLst xmlns:a="http://schemas.openxmlformats.org/drawingml/2006/main">
              <a:ext uri="{FF2B5EF4-FFF2-40B4-BE49-F238E27FC236}">
                <a16:creationId xmlns:a16="http://schemas.microsoft.com/office/drawing/2014/main" id="{FA6B33BC-70B1-4FF8-9F8E-A4892648E2BC}"/>
              </a:ext>
            </a:extLst>
          </p:cNvPr>
          <p:cNvSpPr>
            <a:spLocks xmlns:a="http://schemas.openxmlformats.org/drawingml/2006/main" noGrp="1"/>
          </p:cNvSpPr>
          <p:nvPr/>
        </p:nvSpPr>
        <p:spPr>
          <a:xfrm xmlns:a="http://schemas.openxmlformats.org/drawingml/2006/main">
            <a:off x="11744325" y="2135041"/>
            <a:ext cx="3476625" cy="2473618"/>
          </a:xfrm>
          <a:prstGeom xmlns:a="http://schemas.openxmlformats.org/drawingml/2006/main" prst="rect">
            <a:avLst/>
          </a:prstGeom>
          <a:noFill xmlns:a="http://schemas.openxmlformats.org/drawingml/2006/main"/>
          <a:ln xmlns:a="http://schemas.openxmlformats.org/drawingml/2006/main" w="0">
            <a:noFill/>
            <a:prstDash val="solid"/>
          </a:ln>
        </p:spPr>
      </p:sp>
      <p:sp>
        <p:nvSpPr>
          <p:cNvPr id="44" name="ASSET_A10_O14">
            <a:extLst xmlns:a="http://schemas.openxmlformats.org/drawingml/2006/main">
              <a:ext uri="{FF2B5EF4-FFF2-40B4-BE49-F238E27FC236}">
                <a16:creationId xmlns:a16="http://schemas.microsoft.com/office/drawing/2014/main" id="{0B53BCA5-F048-48C5-912E-5B4D4306593B}"/>
              </a:ext>
            </a:extLst>
          </p:cNvPr>
          <p:cNvSpPr>
            <a:spLocks xmlns:a="http://schemas.openxmlformats.org/drawingml/2006/main" noGrp="1"/>
          </p:cNvSpPr>
          <p:nvPr/>
        </p:nvSpPr>
        <p:spPr>
          <a:xfrm xmlns:a="http://schemas.openxmlformats.org/drawingml/2006/main">
            <a:off x="12201525" y="3400958"/>
            <a:ext cx="866775" cy="1437209"/>
          </a:xfrm>
          <a:prstGeom xmlns:a="http://schemas.openxmlformats.org/drawingml/2006/main" prst="rect">
            <a:avLst/>
          </a:prstGeom>
          <a:noFill xmlns:a="http://schemas.openxmlformats.org/drawingml/2006/main"/>
          <a:ln xmlns:a="http://schemas.openxmlformats.org/drawingml/2006/main" w="0">
            <a:noFill/>
            <a:prstDash val="solid"/>
          </a:ln>
        </p:spPr>
      </p:sp>
      <p:sp>
        <p:nvSpPr>
          <p:cNvPr id="45" name="TXT_title">
            <a:extLst xmlns:a="http://schemas.openxmlformats.org/drawingml/2006/main">
              <a:ext uri="{FF2B5EF4-FFF2-40B4-BE49-F238E27FC236}">
                <a16:creationId xmlns:a16="http://schemas.microsoft.com/office/drawing/2014/main" id="{390B7083-77E4-40CF-BB9B-04E28BB79D06}"/>
              </a:ext>
            </a:extLst>
          </p:cNvPr>
          <p:cNvSpPr>
            <a:spLocks xmlns:a="http://schemas.openxmlformats.org/drawingml/2006/main" noGrp="1"/>
          </p:cNvSpPr>
          <p:nvPr/>
        </p:nvSpPr>
        <p:spPr>
          <a:xfrm xmlns:a="http://schemas.openxmlformats.org/drawingml/2006/main">
            <a:off x="400050" y="161925"/>
            <a:ext cx="7858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4125" b="1" i="0">
                <a:solidFill>
                  <a:srgbClr val="FFFFFF"/>
                </a:solidFill>
                <a:latin typeface="Comic Sans MS"/>
                <a:ea typeface="Comic Sans MS"/>
                <a:cs typeface="Comic Sans MS"/>
              </a:defRPr>
            </a:defPPr>
            <a:lvl1pPr algn="ctr">
              <a:defRPr sz="4125" b="1" i="0">
                <a:solidFill>
                  <a:srgbClr val="FFFFFF"/>
                </a:solidFill>
                <a:latin typeface="Comic Sans MS"/>
                <a:ea typeface="Comic Sans MS"/>
                <a:cs typeface="Comic Sans MS"/>
              </a:defRPr>
            </a:lvl1pPr>
            <a:lvl2pPr algn="ctr">
              <a:defRPr sz="4125" b="1" i="0">
                <a:solidFill>
                  <a:srgbClr val="FFFFFF"/>
                </a:solidFill>
                <a:latin typeface="Comic Sans MS"/>
                <a:ea typeface="Comic Sans MS"/>
                <a:cs typeface="Comic Sans MS"/>
              </a:defRPr>
            </a:lvl2pPr>
            <a:lvl3pPr algn="ctr">
              <a:defRPr sz="4125" b="1" i="0">
                <a:solidFill>
                  <a:srgbClr val="FFFFFF"/>
                </a:solidFill>
                <a:latin typeface="Comic Sans MS"/>
                <a:ea typeface="Comic Sans MS"/>
                <a:cs typeface="Comic Sans MS"/>
              </a:defRPr>
            </a:lvl3pPr>
            <a:lvl4pPr algn="ctr">
              <a:defRPr sz="4125" b="1" i="0">
                <a:solidFill>
                  <a:srgbClr val="FFFFFF"/>
                </a:solidFill>
                <a:latin typeface="Comic Sans MS"/>
                <a:ea typeface="Comic Sans MS"/>
                <a:cs typeface="Comic Sans MS"/>
              </a:defRPr>
            </a:lvl4pPr>
            <a:lvl5pPr algn="ctr">
              <a:defRPr sz="4125" b="1" i="0">
                <a:solidFill>
                  <a:srgbClr val="FFFFFF"/>
                </a:solidFill>
                <a:latin typeface="Comic Sans MS"/>
                <a:ea typeface="Comic Sans MS"/>
                <a:cs typeface="Comic Sans MS"/>
              </a:defRPr>
            </a:lvl5pPr>
            <a:lvl6pPr algn="ctr">
              <a:defRPr sz="4125" b="1" i="0">
                <a:solidFill>
                  <a:srgbClr val="FFFFFF"/>
                </a:solidFill>
                <a:latin typeface="Comic Sans MS"/>
                <a:ea typeface="Comic Sans MS"/>
                <a:cs typeface="Comic Sans MS"/>
              </a:defRPr>
            </a:lvl6pPr>
            <a:lvl7pPr algn="ctr">
              <a:defRPr sz="4125" b="1" i="0">
                <a:solidFill>
                  <a:srgbClr val="FFFFFF"/>
                </a:solidFill>
                <a:latin typeface="Comic Sans MS"/>
                <a:ea typeface="Comic Sans MS"/>
                <a:cs typeface="Comic Sans MS"/>
              </a:defRPr>
            </a:lvl7pPr>
            <a:lvl8pPr algn="ctr">
              <a:defRPr sz="4125" b="1" i="0">
                <a:solidFill>
                  <a:srgbClr val="FFFFFF"/>
                </a:solidFill>
                <a:latin typeface="Comic Sans MS"/>
                <a:ea typeface="Comic Sans MS"/>
                <a:cs typeface="Comic Sans MS"/>
              </a:defRPr>
            </a:lvl8pPr>
            <a:lvl9pPr algn="ctr">
              <a:defRPr sz="4125" b="1" i="0">
                <a:solidFill>
                  <a:srgbClr val="FFFFFF"/>
                </a:solidFill>
                <a:latin typeface="Comic Sans MS"/>
                <a:ea typeface="Comic Sans MS"/>
                <a:cs typeface="Comic Sans MS"/>
              </a:defRPr>
            </a:lvl9pPr>
          </a:lstStyle>
          <a:p xmlns:a="http://schemas.openxmlformats.org/drawingml/2006/main">
            <a:pPr algn="ctr">
              <a:lnSpc>
                <a:spcPct val="102000"/>
              </a:lnSpc>
              <a:buNone/>
              <a:defRPr sz="4125" b="1" i="0">
                <a:solidFill>
                  <a:srgbClr val="FFFFFF"/>
                </a:solidFill>
                <a:latin typeface="Comic Sans MS"/>
                <a:ea typeface="Comic Sans MS"/>
                <a:cs typeface="Comic Sans MS"/>
              </a:defRPr>
            </a:pPr>
            <a:r>
              <a:rPr sz="4125" b="1" i="0">
                <a:solidFill>
                  <a:srgbClr val="FFFFFF"/>
                </a:solidFill>
                <a:latin typeface="Comic Sans MS"/>
                <a:ea typeface="Comic Sans MS"/>
                <a:cs typeface="Comic Sans MS"/>
              </a:rPr>
              <a:t>Bradford protein assay</a:t>
            </a:r>
          </a:p>
        </p:txBody>
      </p:sp>
      <p:sp>
        <p:nvSpPr>
          <p:cNvPr id="46" name="TXT_mechanism_heading">
            <a:extLst xmlns:a="http://schemas.openxmlformats.org/drawingml/2006/main">
              <a:ext uri="{FF2B5EF4-FFF2-40B4-BE49-F238E27FC236}">
                <a16:creationId xmlns:a16="http://schemas.microsoft.com/office/drawing/2014/main" id="{C651542F-A49C-4338-ADCC-0FACF6E40354}"/>
              </a:ext>
            </a:extLst>
          </p:cNvPr>
          <p:cNvSpPr>
            <a:spLocks xmlns:a="http://schemas.openxmlformats.org/drawingml/2006/main" noGrp="1"/>
          </p:cNvSpPr>
          <p:nvPr/>
        </p:nvSpPr>
        <p:spPr>
          <a:xfrm xmlns:a="http://schemas.openxmlformats.org/drawingml/2006/main">
            <a:off x="352425" y="1266825"/>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250" b="1" i="0">
                <a:solidFill>
                  <a:srgbClr val="101329"/>
                </a:solidFill>
                <a:latin typeface="Comic Sans MS"/>
                <a:ea typeface="Comic Sans MS"/>
                <a:cs typeface="Comic Sans MS"/>
              </a:defRPr>
            </a:defPPr>
            <a:lvl1pPr algn="ctr">
              <a:defRPr sz="2250" b="1" i="0">
                <a:solidFill>
                  <a:srgbClr val="101329"/>
                </a:solidFill>
                <a:latin typeface="Comic Sans MS"/>
                <a:ea typeface="Comic Sans MS"/>
                <a:cs typeface="Comic Sans MS"/>
              </a:defRPr>
            </a:lvl1pPr>
            <a:lvl2pPr algn="ctr">
              <a:defRPr sz="2250" b="1" i="0">
                <a:solidFill>
                  <a:srgbClr val="101329"/>
                </a:solidFill>
                <a:latin typeface="Comic Sans MS"/>
                <a:ea typeface="Comic Sans MS"/>
                <a:cs typeface="Comic Sans MS"/>
              </a:defRPr>
            </a:lvl2pPr>
            <a:lvl3pPr algn="ctr">
              <a:defRPr sz="2250" b="1" i="0">
                <a:solidFill>
                  <a:srgbClr val="101329"/>
                </a:solidFill>
                <a:latin typeface="Comic Sans MS"/>
                <a:ea typeface="Comic Sans MS"/>
                <a:cs typeface="Comic Sans MS"/>
              </a:defRPr>
            </a:lvl3pPr>
            <a:lvl4pPr algn="ctr">
              <a:defRPr sz="2250" b="1" i="0">
                <a:solidFill>
                  <a:srgbClr val="101329"/>
                </a:solidFill>
                <a:latin typeface="Comic Sans MS"/>
                <a:ea typeface="Comic Sans MS"/>
                <a:cs typeface="Comic Sans MS"/>
              </a:defRPr>
            </a:lvl4pPr>
            <a:lvl5pPr algn="ctr">
              <a:defRPr sz="2250" b="1" i="0">
                <a:solidFill>
                  <a:srgbClr val="101329"/>
                </a:solidFill>
                <a:latin typeface="Comic Sans MS"/>
                <a:ea typeface="Comic Sans MS"/>
                <a:cs typeface="Comic Sans MS"/>
              </a:defRPr>
            </a:lvl5pPr>
            <a:lvl6pPr algn="ctr">
              <a:defRPr sz="2250" b="1" i="0">
                <a:solidFill>
                  <a:srgbClr val="101329"/>
                </a:solidFill>
                <a:latin typeface="Comic Sans MS"/>
                <a:ea typeface="Comic Sans MS"/>
                <a:cs typeface="Comic Sans MS"/>
              </a:defRPr>
            </a:lvl6pPr>
            <a:lvl7pPr algn="ctr">
              <a:defRPr sz="2250" b="1" i="0">
                <a:solidFill>
                  <a:srgbClr val="101329"/>
                </a:solidFill>
                <a:latin typeface="Comic Sans MS"/>
                <a:ea typeface="Comic Sans MS"/>
                <a:cs typeface="Comic Sans MS"/>
              </a:defRPr>
            </a:lvl7pPr>
            <a:lvl8pPr algn="ctr">
              <a:defRPr sz="2250" b="1" i="0">
                <a:solidFill>
                  <a:srgbClr val="101329"/>
                </a:solidFill>
                <a:latin typeface="Comic Sans MS"/>
                <a:ea typeface="Comic Sans MS"/>
                <a:cs typeface="Comic Sans MS"/>
              </a:defRPr>
            </a:lvl8pPr>
            <a:lvl9pPr algn="ctr">
              <a:defRPr sz="2250" b="1" i="0">
                <a:solidFill>
                  <a:srgbClr val="101329"/>
                </a:solidFill>
                <a:latin typeface="Comic Sans MS"/>
                <a:ea typeface="Comic Sans MS"/>
                <a:cs typeface="Comic Sans MS"/>
              </a:defRPr>
            </a:lvl9pPr>
          </a:lstStyle>
          <a:p xmlns:a="http://schemas.openxmlformats.org/drawingml/2006/main">
            <a:pPr algn="ctr">
              <a:lnSpc>
                <a:spcPct val="102000"/>
              </a:lnSpc>
              <a:buNone/>
              <a:defRPr sz="2250" b="1" i="0">
                <a:solidFill>
                  <a:srgbClr val="101329"/>
                </a:solidFill>
                <a:latin typeface="Comic Sans MS"/>
                <a:ea typeface="Comic Sans MS"/>
                <a:cs typeface="Comic Sans MS"/>
              </a:defRPr>
            </a:pPr>
            <a:r>
              <a:rPr sz="2250" b="1" i="0">
                <a:solidFill>
                  <a:srgbClr val="101329"/>
                </a:solidFill>
                <a:latin typeface="Comic Sans MS"/>
                <a:ea typeface="Comic Sans MS"/>
                <a:cs typeface="Comic Sans MS"/>
              </a:rPr>
              <a:t>Protein-dye binding</a:t>
            </a:r>
          </a:p>
        </p:txBody>
      </p:sp>
      <p:sp>
        <p:nvSpPr>
          <p:cNvPr id="47" name="TXT_protein_label">
            <a:extLst xmlns:a="http://schemas.openxmlformats.org/drawingml/2006/main">
              <a:ext uri="{FF2B5EF4-FFF2-40B4-BE49-F238E27FC236}">
                <a16:creationId xmlns:a16="http://schemas.microsoft.com/office/drawing/2014/main" id="{E7337E90-DA6F-41A8-95C8-26A482003F45}"/>
              </a:ext>
            </a:extLst>
          </p:cNvPr>
          <p:cNvSpPr>
            <a:spLocks xmlns:a="http://schemas.openxmlformats.org/drawingml/2006/main" noGrp="1"/>
          </p:cNvSpPr>
          <p:nvPr/>
        </p:nvSpPr>
        <p:spPr>
          <a:xfrm xmlns:a="http://schemas.openxmlformats.org/drawingml/2006/main">
            <a:off x="438150" y="3095625"/>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i="0">
                <a:solidFill>
                  <a:srgbClr val="101329"/>
                </a:solidFill>
                <a:latin typeface="Comic Sans MS"/>
                <a:ea typeface="Comic Sans MS"/>
                <a:cs typeface="Comic Sans MS"/>
              </a:defRPr>
            </a:defPPr>
            <a:lvl1pPr algn="ctr">
              <a:defRPr sz="1875" b="1" i="0">
                <a:solidFill>
                  <a:srgbClr val="101329"/>
                </a:solidFill>
                <a:latin typeface="Comic Sans MS"/>
                <a:ea typeface="Comic Sans MS"/>
                <a:cs typeface="Comic Sans MS"/>
              </a:defRPr>
            </a:lvl1pPr>
            <a:lvl2pPr algn="ctr">
              <a:defRPr sz="1875" b="1" i="0">
                <a:solidFill>
                  <a:srgbClr val="101329"/>
                </a:solidFill>
                <a:latin typeface="Comic Sans MS"/>
                <a:ea typeface="Comic Sans MS"/>
                <a:cs typeface="Comic Sans MS"/>
              </a:defRPr>
            </a:lvl2pPr>
            <a:lvl3pPr algn="ctr">
              <a:defRPr sz="1875" b="1" i="0">
                <a:solidFill>
                  <a:srgbClr val="101329"/>
                </a:solidFill>
                <a:latin typeface="Comic Sans MS"/>
                <a:ea typeface="Comic Sans MS"/>
                <a:cs typeface="Comic Sans MS"/>
              </a:defRPr>
            </a:lvl3pPr>
            <a:lvl4pPr algn="ctr">
              <a:defRPr sz="1875" b="1" i="0">
                <a:solidFill>
                  <a:srgbClr val="101329"/>
                </a:solidFill>
                <a:latin typeface="Comic Sans MS"/>
                <a:ea typeface="Comic Sans MS"/>
                <a:cs typeface="Comic Sans MS"/>
              </a:defRPr>
            </a:lvl4pPr>
            <a:lvl5pPr algn="ctr">
              <a:defRPr sz="1875" b="1" i="0">
                <a:solidFill>
                  <a:srgbClr val="101329"/>
                </a:solidFill>
                <a:latin typeface="Comic Sans MS"/>
                <a:ea typeface="Comic Sans MS"/>
                <a:cs typeface="Comic Sans MS"/>
              </a:defRPr>
            </a:lvl5pPr>
            <a:lvl6pPr algn="ctr">
              <a:defRPr sz="1875" b="1" i="0">
                <a:solidFill>
                  <a:srgbClr val="101329"/>
                </a:solidFill>
                <a:latin typeface="Comic Sans MS"/>
                <a:ea typeface="Comic Sans MS"/>
                <a:cs typeface="Comic Sans MS"/>
              </a:defRPr>
            </a:lvl6pPr>
            <a:lvl7pPr algn="ctr">
              <a:defRPr sz="1875" b="1" i="0">
                <a:solidFill>
                  <a:srgbClr val="101329"/>
                </a:solidFill>
                <a:latin typeface="Comic Sans MS"/>
                <a:ea typeface="Comic Sans MS"/>
                <a:cs typeface="Comic Sans MS"/>
              </a:defRPr>
            </a:lvl7pPr>
            <a:lvl8pPr algn="ctr">
              <a:defRPr sz="1875" b="1" i="0">
                <a:solidFill>
                  <a:srgbClr val="101329"/>
                </a:solidFill>
                <a:latin typeface="Comic Sans MS"/>
                <a:ea typeface="Comic Sans MS"/>
                <a:cs typeface="Comic Sans MS"/>
              </a:defRPr>
            </a:lvl8pPr>
            <a:lvl9pPr algn="ctr">
              <a:defRPr sz="1875" b="1" i="0">
                <a:solidFill>
                  <a:srgbClr val="101329"/>
                </a:solidFill>
                <a:latin typeface="Comic Sans MS"/>
                <a:ea typeface="Comic Sans MS"/>
                <a:cs typeface="Comic Sans MS"/>
              </a:defRPr>
            </a:lvl9pPr>
          </a:lstStyle>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Protein</a:t>
            </a:r>
          </a:p>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(unknown or standard)</a:t>
            </a:r>
          </a:p>
        </p:txBody>
      </p:sp>
      <p:sp>
        <p:nvSpPr>
          <p:cNvPr id="48" name="TXT_plus">
            <a:extLst xmlns:a="http://schemas.openxmlformats.org/drawingml/2006/main">
              <a:ext uri="{FF2B5EF4-FFF2-40B4-BE49-F238E27FC236}">
                <a16:creationId xmlns:a16="http://schemas.microsoft.com/office/drawing/2014/main" id="{0E2637E2-23A6-4C3B-AC76-330FD65A6D1C}"/>
              </a:ext>
            </a:extLst>
          </p:cNvPr>
          <p:cNvSpPr>
            <a:spLocks xmlns:a="http://schemas.openxmlformats.org/drawingml/2006/main" noGrp="1"/>
          </p:cNvSpPr>
          <p:nvPr/>
        </p:nvSpPr>
        <p:spPr>
          <a:xfrm xmlns:a="http://schemas.openxmlformats.org/drawingml/2006/main">
            <a:off x="1495425" y="3638550"/>
            <a:ext cx="523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900" b="1" i="0">
                <a:solidFill>
                  <a:srgbClr val="101329"/>
                </a:solidFill>
                <a:latin typeface="Comic Sans MS"/>
                <a:ea typeface="Comic Sans MS"/>
                <a:cs typeface="Comic Sans MS"/>
              </a:defRPr>
            </a:defPPr>
            <a:lvl1pPr algn="ctr">
              <a:defRPr sz="3900" b="1" i="0">
                <a:solidFill>
                  <a:srgbClr val="101329"/>
                </a:solidFill>
                <a:latin typeface="Comic Sans MS"/>
                <a:ea typeface="Comic Sans MS"/>
                <a:cs typeface="Comic Sans MS"/>
              </a:defRPr>
            </a:lvl1pPr>
            <a:lvl2pPr algn="ctr">
              <a:defRPr sz="3900" b="1" i="0">
                <a:solidFill>
                  <a:srgbClr val="101329"/>
                </a:solidFill>
                <a:latin typeface="Comic Sans MS"/>
                <a:ea typeface="Comic Sans MS"/>
                <a:cs typeface="Comic Sans MS"/>
              </a:defRPr>
            </a:lvl2pPr>
            <a:lvl3pPr algn="ctr">
              <a:defRPr sz="3900" b="1" i="0">
                <a:solidFill>
                  <a:srgbClr val="101329"/>
                </a:solidFill>
                <a:latin typeface="Comic Sans MS"/>
                <a:ea typeface="Comic Sans MS"/>
                <a:cs typeface="Comic Sans MS"/>
              </a:defRPr>
            </a:lvl3pPr>
            <a:lvl4pPr algn="ctr">
              <a:defRPr sz="3900" b="1" i="0">
                <a:solidFill>
                  <a:srgbClr val="101329"/>
                </a:solidFill>
                <a:latin typeface="Comic Sans MS"/>
                <a:ea typeface="Comic Sans MS"/>
                <a:cs typeface="Comic Sans MS"/>
              </a:defRPr>
            </a:lvl4pPr>
            <a:lvl5pPr algn="ctr">
              <a:defRPr sz="3900" b="1" i="0">
                <a:solidFill>
                  <a:srgbClr val="101329"/>
                </a:solidFill>
                <a:latin typeface="Comic Sans MS"/>
                <a:ea typeface="Comic Sans MS"/>
                <a:cs typeface="Comic Sans MS"/>
              </a:defRPr>
            </a:lvl5pPr>
            <a:lvl6pPr algn="ctr">
              <a:defRPr sz="3900" b="1" i="0">
                <a:solidFill>
                  <a:srgbClr val="101329"/>
                </a:solidFill>
                <a:latin typeface="Comic Sans MS"/>
                <a:ea typeface="Comic Sans MS"/>
                <a:cs typeface="Comic Sans MS"/>
              </a:defRPr>
            </a:lvl6pPr>
            <a:lvl7pPr algn="ctr">
              <a:defRPr sz="3900" b="1" i="0">
                <a:solidFill>
                  <a:srgbClr val="101329"/>
                </a:solidFill>
                <a:latin typeface="Comic Sans MS"/>
                <a:ea typeface="Comic Sans MS"/>
                <a:cs typeface="Comic Sans MS"/>
              </a:defRPr>
            </a:lvl7pPr>
            <a:lvl8pPr algn="ctr">
              <a:defRPr sz="3900" b="1" i="0">
                <a:solidFill>
                  <a:srgbClr val="101329"/>
                </a:solidFill>
                <a:latin typeface="Comic Sans MS"/>
                <a:ea typeface="Comic Sans MS"/>
                <a:cs typeface="Comic Sans MS"/>
              </a:defRPr>
            </a:lvl8pPr>
            <a:lvl9pPr algn="ctr">
              <a:defRPr sz="3900" b="1" i="0">
                <a:solidFill>
                  <a:srgbClr val="101329"/>
                </a:solidFill>
                <a:latin typeface="Comic Sans MS"/>
                <a:ea typeface="Comic Sans MS"/>
                <a:cs typeface="Comic Sans MS"/>
              </a:defRPr>
            </a:lvl9pPr>
          </a:lstStyle>
          <a:p xmlns:a="http://schemas.openxmlformats.org/drawingml/2006/main">
            <a:pPr algn="ctr">
              <a:lnSpc>
                <a:spcPct val="102000"/>
              </a:lnSpc>
              <a:buNone/>
              <a:defRPr sz="3900" b="1" i="0">
                <a:solidFill>
                  <a:srgbClr val="101329"/>
                </a:solidFill>
                <a:latin typeface="Comic Sans MS"/>
                <a:ea typeface="Comic Sans MS"/>
                <a:cs typeface="Comic Sans MS"/>
              </a:defRPr>
            </a:pPr>
            <a:r>
              <a:rPr sz="3900" b="1" i="0">
                <a:solidFill>
                  <a:srgbClr val="101329"/>
                </a:solidFill>
                <a:latin typeface="Comic Sans MS"/>
                <a:ea typeface="Comic Sans MS"/>
                <a:cs typeface="Comic Sans MS"/>
              </a:rPr>
              <a:t>+</a:t>
            </a:r>
          </a:p>
        </p:txBody>
      </p:sp>
      <p:sp>
        <p:nvSpPr>
          <p:cNvPr id="49" name="TXT_dye_label">
            <a:extLst xmlns:a="http://schemas.openxmlformats.org/drawingml/2006/main">
              <a:ext uri="{FF2B5EF4-FFF2-40B4-BE49-F238E27FC236}">
                <a16:creationId xmlns:a16="http://schemas.microsoft.com/office/drawing/2014/main" id="{E325F5CF-E437-43E6-AB0E-49C1DB57A7C9}"/>
              </a:ext>
            </a:extLst>
          </p:cNvPr>
          <p:cNvSpPr>
            <a:spLocks xmlns:a="http://schemas.openxmlformats.org/drawingml/2006/main" noGrp="1"/>
          </p:cNvSpPr>
          <p:nvPr/>
        </p:nvSpPr>
        <p:spPr>
          <a:xfrm xmlns:a="http://schemas.openxmlformats.org/drawingml/2006/main">
            <a:off x="504825" y="4143375"/>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i="0">
                <a:solidFill>
                  <a:srgbClr val="101329"/>
                </a:solidFill>
                <a:latin typeface="Comic Sans MS"/>
                <a:ea typeface="Comic Sans MS"/>
                <a:cs typeface="Comic Sans MS"/>
              </a:defRPr>
            </a:defPPr>
            <a:lvl1pPr algn="ctr">
              <a:defRPr sz="1800" b="1" i="0">
                <a:solidFill>
                  <a:srgbClr val="101329"/>
                </a:solidFill>
                <a:latin typeface="Comic Sans MS"/>
                <a:ea typeface="Comic Sans MS"/>
                <a:cs typeface="Comic Sans MS"/>
              </a:defRPr>
            </a:lvl1pPr>
            <a:lvl2pPr algn="ctr">
              <a:defRPr sz="1800" b="1" i="0">
                <a:solidFill>
                  <a:srgbClr val="101329"/>
                </a:solidFill>
                <a:latin typeface="Comic Sans MS"/>
                <a:ea typeface="Comic Sans MS"/>
                <a:cs typeface="Comic Sans MS"/>
              </a:defRPr>
            </a:lvl2pPr>
            <a:lvl3pPr algn="ctr">
              <a:defRPr sz="1800" b="1" i="0">
                <a:solidFill>
                  <a:srgbClr val="101329"/>
                </a:solidFill>
                <a:latin typeface="Comic Sans MS"/>
                <a:ea typeface="Comic Sans MS"/>
                <a:cs typeface="Comic Sans MS"/>
              </a:defRPr>
            </a:lvl3pPr>
            <a:lvl4pPr algn="ctr">
              <a:defRPr sz="1800" b="1" i="0">
                <a:solidFill>
                  <a:srgbClr val="101329"/>
                </a:solidFill>
                <a:latin typeface="Comic Sans MS"/>
                <a:ea typeface="Comic Sans MS"/>
                <a:cs typeface="Comic Sans MS"/>
              </a:defRPr>
            </a:lvl4pPr>
            <a:lvl5pPr algn="ctr">
              <a:defRPr sz="1800" b="1" i="0">
                <a:solidFill>
                  <a:srgbClr val="101329"/>
                </a:solidFill>
                <a:latin typeface="Comic Sans MS"/>
                <a:ea typeface="Comic Sans MS"/>
                <a:cs typeface="Comic Sans MS"/>
              </a:defRPr>
            </a:lvl5pPr>
            <a:lvl6pPr algn="ctr">
              <a:defRPr sz="1800" b="1" i="0">
                <a:solidFill>
                  <a:srgbClr val="101329"/>
                </a:solidFill>
                <a:latin typeface="Comic Sans MS"/>
                <a:ea typeface="Comic Sans MS"/>
                <a:cs typeface="Comic Sans MS"/>
              </a:defRPr>
            </a:lvl6pPr>
            <a:lvl7pPr algn="ctr">
              <a:defRPr sz="1800" b="1" i="0">
                <a:solidFill>
                  <a:srgbClr val="101329"/>
                </a:solidFill>
                <a:latin typeface="Comic Sans MS"/>
                <a:ea typeface="Comic Sans MS"/>
                <a:cs typeface="Comic Sans MS"/>
              </a:defRPr>
            </a:lvl7pPr>
            <a:lvl8pPr algn="ctr">
              <a:defRPr sz="1800" b="1" i="0">
                <a:solidFill>
                  <a:srgbClr val="101329"/>
                </a:solidFill>
                <a:latin typeface="Comic Sans MS"/>
                <a:ea typeface="Comic Sans MS"/>
                <a:cs typeface="Comic Sans MS"/>
              </a:defRPr>
            </a:lvl8pPr>
            <a:lvl9pPr algn="ctr">
              <a:defRPr sz="1800" b="1" i="0">
                <a:solidFill>
                  <a:srgbClr val="101329"/>
                </a:solidFill>
                <a:latin typeface="Comic Sans MS"/>
                <a:ea typeface="Comic Sans MS"/>
                <a:cs typeface="Comic Sans MS"/>
              </a:defRPr>
            </a:lvl9pPr>
          </a:lstStyle>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Coomassie G-250</a:t>
            </a:r>
          </a:p>
        </p:txBody>
      </p:sp>
      <p:sp>
        <p:nvSpPr>
          <p:cNvPr id="50" name="TXT_bound_label">
            <a:extLst xmlns:a="http://schemas.openxmlformats.org/drawingml/2006/main">
              <a:ext uri="{FF2B5EF4-FFF2-40B4-BE49-F238E27FC236}">
                <a16:creationId xmlns:a16="http://schemas.microsoft.com/office/drawing/2014/main" id="{B9B82C0B-7224-489A-AD02-3DF18DC94756}"/>
              </a:ext>
            </a:extLst>
          </p:cNvPr>
          <p:cNvSpPr>
            <a:spLocks xmlns:a="http://schemas.openxmlformats.org/drawingml/2006/main" noGrp="1"/>
          </p:cNvSpPr>
          <p:nvPr/>
        </p:nvSpPr>
        <p:spPr>
          <a:xfrm xmlns:a="http://schemas.openxmlformats.org/drawingml/2006/main">
            <a:off x="400050" y="7686675"/>
            <a:ext cx="2724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i="0">
                <a:solidFill>
                  <a:srgbClr val="101329"/>
                </a:solidFill>
                <a:latin typeface="Comic Sans MS"/>
                <a:ea typeface="Comic Sans MS"/>
                <a:cs typeface="Comic Sans MS"/>
              </a:defRPr>
            </a:defPPr>
            <a:lvl1pPr algn="ctr">
              <a:defRPr sz="1875" b="1" i="0">
                <a:solidFill>
                  <a:srgbClr val="101329"/>
                </a:solidFill>
                <a:latin typeface="Comic Sans MS"/>
                <a:ea typeface="Comic Sans MS"/>
                <a:cs typeface="Comic Sans MS"/>
              </a:defRPr>
            </a:lvl1pPr>
            <a:lvl2pPr algn="ctr">
              <a:defRPr sz="1875" b="1" i="0">
                <a:solidFill>
                  <a:srgbClr val="101329"/>
                </a:solidFill>
                <a:latin typeface="Comic Sans MS"/>
                <a:ea typeface="Comic Sans MS"/>
                <a:cs typeface="Comic Sans MS"/>
              </a:defRPr>
            </a:lvl2pPr>
            <a:lvl3pPr algn="ctr">
              <a:defRPr sz="1875" b="1" i="0">
                <a:solidFill>
                  <a:srgbClr val="101329"/>
                </a:solidFill>
                <a:latin typeface="Comic Sans MS"/>
                <a:ea typeface="Comic Sans MS"/>
                <a:cs typeface="Comic Sans MS"/>
              </a:defRPr>
            </a:lvl3pPr>
            <a:lvl4pPr algn="ctr">
              <a:defRPr sz="1875" b="1" i="0">
                <a:solidFill>
                  <a:srgbClr val="101329"/>
                </a:solidFill>
                <a:latin typeface="Comic Sans MS"/>
                <a:ea typeface="Comic Sans MS"/>
                <a:cs typeface="Comic Sans MS"/>
              </a:defRPr>
            </a:lvl4pPr>
            <a:lvl5pPr algn="ctr">
              <a:defRPr sz="1875" b="1" i="0">
                <a:solidFill>
                  <a:srgbClr val="101329"/>
                </a:solidFill>
                <a:latin typeface="Comic Sans MS"/>
                <a:ea typeface="Comic Sans MS"/>
                <a:cs typeface="Comic Sans MS"/>
              </a:defRPr>
            </a:lvl5pPr>
            <a:lvl6pPr algn="ctr">
              <a:defRPr sz="1875" b="1" i="0">
                <a:solidFill>
                  <a:srgbClr val="101329"/>
                </a:solidFill>
                <a:latin typeface="Comic Sans MS"/>
                <a:ea typeface="Comic Sans MS"/>
                <a:cs typeface="Comic Sans MS"/>
              </a:defRPr>
            </a:lvl6pPr>
            <a:lvl7pPr algn="ctr">
              <a:defRPr sz="1875" b="1" i="0">
                <a:solidFill>
                  <a:srgbClr val="101329"/>
                </a:solidFill>
                <a:latin typeface="Comic Sans MS"/>
                <a:ea typeface="Comic Sans MS"/>
                <a:cs typeface="Comic Sans MS"/>
              </a:defRPr>
            </a:lvl7pPr>
            <a:lvl8pPr algn="ctr">
              <a:defRPr sz="1875" b="1" i="0">
                <a:solidFill>
                  <a:srgbClr val="101329"/>
                </a:solidFill>
                <a:latin typeface="Comic Sans MS"/>
                <a:ea typeface="Comic Sans MS"/>
                <a:cs typeface="Comic Sans MS"/>
              </a:defRPr>
            </a:lvl8pPr>
            <a:lvl9pPr algn="ctr">
              <a:defRPr sz="1875" b="1" i="0">
                <a:solidFill>
                  <a:srgbClr val="101329"/>
                </a:solidFill>
                <a:latin typeface="Comic Sans MS"/>
                <a:ea typeface="Comic Sans MS"/>
                <a:cs typeface="Comic Sans MS"/>
              </a:defRPr>
            </a:lvl9pPr>
          </a:lstStyle>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Blue protein-dye</a:t>
            </a:r>
          </a:p>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complex</a:t>
            </a:r>
          </a:p>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(stabilized blue form)</a:t>
            </a:r>
          </a:p>
        </p:txBody>
      </p:sp>
      <p:sp>
        <p:nvSpPr>
          <p:cNvPr id="51" name="TXT_standards_heading">
            <a:extLst xmlns:a="http://schemas.openxmlformats.org/drawingml/2006/main">
              <a:ext uri="{FF2B5EF4-FFF2-40B4-BE49-F238E27FC236}">
                <a16:creationId xmlns:a16="http://schemas.microsoft.com/office/drawing/2014/main" id="{B87A5598-436A-4392-8113-AE673EC22ED7}"/>
              </a:ext>
            </a:extLst>
          </p:cNvPr>
          <p:cNvSpPr>
            <a:spLocks xmlns:a="http://schemas.openxmlformats.org/drawingml/2006/main" noGrp="1"/>
          </p:cNvSpPr>
          <p:nvPr/>
        </p:nvSpPr>
        <p:spPr>
          <a:xfrm xmlns:a="http://schemas.openxmlformats.org/drawingml/2006/main">
            <a:off x="3714750" y="131445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400" b="1" i="0">
                <a:solidFill>
                  <a:srgbClr val="101329"/>
                </a:solidFill>
                <a:latin typeface="Comic Sans MS"/>
                <a:ea typeface="Comic Sans MS"/>
                <a:cs typeface="Comic Sans MS"/>
              </a:defRPr>
            </a:defPPr>
            <a:lvl1pPr algn="ctr">
              <a:defRPr sz="2400" b="1" i="0">
                <a:solidFill>
                  <a:srgbClr val="101329"/>
                </a:solidFill>
                <a:latin typeface="Comic Sans MS"/>
                <a:ea typeface="Comic Sans MS"/>
                <a:cs typeface="Comic Sans MS"/>
              </a:defRPr>
            </a:lvl1pPr>
            <a:lvl2pPr algn="ctr">
              <a:defRPr sz="2400" b="1" i="0">
                <a:solidFill>
                  <a:srgbClr val="101329"/>
                </a:solidFill>
                <a:latin typeface="Comic Sans MS"/>
                <a:ea typeface="Comic Sans MS"/>
                <a:cs typeface="Comic Sans MS"/>
              </a:defRPr>
            </a:lvl2pPr>
            <a:lvl3pPr algn="ctr">
              <a:defRPr sz="2400" b="1" i="0">
                <a:solidFill>
                  <a:srgbClr val="101329"/>
                </a:solidFill>
                <a:latin typeface="Comic Sans MS"/>
                <a:ea typeface="Comic Sans MS"/>
                <a:cs typeface="Comic Sans MS"/>
              </a:defRPr>
            </a:lvl3pPr>
            <a:lvl4pPr algn="ctr">
              <a:defRPr sz="2400" b="1" i="0">
                <a:solidFill>
                  <a:srgbClr val="101329"/>
                </a:solidFill>
                <a:latin typeface="Comic Sans MS"/>
                <a:ea typeface="Comic Sans MS"/>
                <a:cs typeface="Comic Sans MS"/>
              </a:defRPr>
            </a:lvl4pPr>
            <a:lvl5pPr algn="ctr">
              <a:defRPr sz="2400" b="1" i="0">
                <a:solidFill>
                  <a:srgbClr val="101329"/>
                </a:solidFill>
                <a:latin typeface="Comic Sans MS"/>
                <a:ea typeface="Comic Sans MS"/>
                <a:cs typeface="Comic Sans MS"/>
              </a:defRPr>
            </a:lvl5pPr>
            <a:lvl6pPr algn="ctr">
              <a:defRPr sz="2400" b="1" i="0">
                <a:solidFill>
                  <a:srgbClr val="101329"/>
                </a:solidFill>
                <a:latin typeface="Comic Sans MS"/>
                <a:ea typeface="Comic Sans MS"/>
                <a:cs typeface="Comic Sans MS"/>
              </a:defRPr>
            </a:lvl6pPr>
            <a:lvl7pPr algn="ctr">
              <a:defRPr sz="2400" b="1" i="0">
                <a:solidFill>
                  <a:srgbClr val="101329"/>
                </a:solidFill>
                <a:latin typeface="Comic Sans MS"/>
                <a:ea typeface="Comic Sans MS"/>
                <a:cs typeface="Comic Sans MS"/>
              </a:defRPr>
            </a:lvl7pPr>
            <a:lvl8pPr algn="ctr">
              <a:defRPr sz="2400" b="1" i="0">
                <a:solidFill>
                  <a:srgbClr val="101329"/>
                </a:solidFill>
                <a:latin typeface="Comic Sans MS"/>
                <a:ea typeface="Comic Sans MS"/>
                <a:cs typeface="Comic Sans MS"/>
              </a:defRPr>
            </a:lvl8pPr>
            <a:lvl9pPr algn="ctr">
              <a:defRPr sz="2400" b="1" i="0">
                <a:solidFill>
                  <a:srgbClr val="101329"/>
                </a:solidFill>
                <a:latin typeface="Comic Sans MS"/>
                <a:ea typeface="Comic Sans MS"/>
                <a:cs typeface="Comic Sans MS"/>
              </a:defRPr>
            </a:lvl9pPr>
          </a:lstStyle>
          <a:p xmlns:a="http://schemas.openxmlformats.org/drawingml/2006/main">
            <a:pPr algn="ctr">
              <a:lnSpc>
                <a:spcPct val="102000"/>
              </a:lnSpc>
              <a:buNone/>
              <a:defRPr sz="2400" b="1" i="0">
                <a:solidFill>
                  <a:srgbClr val="101329"/>
                </a:solidFill>
                <a:latin typeface="Comic Sans MS"/>
                <a:ea typeface="Comic Sans MS"/>
                <a:cs typeface="Comic Sans MS"/>
              </a:defRPr>
            </a:pPr>
            <a:r>
              <a:rPr sz="2400" b="1" i="0">
                <a:solidFill>
                  <a:srgbClr val="101329"/>
                </a:solidFill>
                <a:latin typeface="Comic Sans MS"/>
                <a:ea typeface="Comic Sans MS"/>
                <a:cs typeface="Comic Sans MS"/>
              </a:rPr>
              <a:t>Known standards</a:t>
            </a:r>
          </a:p>
        </p:txBody>
      </p:sp>
      <p:sp>
        <p:nvSpPr>
          <p:cNvPr id="52" name="TXT_unknown_heading">
            <a:extLst xmlns:a="http://schemas.openxmlformats.org/drawingml/2006/main">
              <a:ext uri="{FF2B5EF4-FFF2-40B4-BE49-F238E27FC236}">
                <a16:creationId xmlns:a16="http://schemas.microsoft.com/office/drawing/2014/main" id="{20C4F9C5-FC7A-4DA4-8919-7E2680AA88C1}"/>
              </a:ext>
            </a:extLst>
          </p:cNvPr>
          <p:cNvSpPr>
            <a:spLocks xmlns:a="http://schemas.openxmlformats.org/drawingml/2006/main" noGrp="1"/>
          </p:cNvSpPr>
          <p:nvPr/>
        </p:nvSpPr>
        <p:spPr>
          <a:xfrm xmlns:a="http://schemas.openxmlformats.org/drawingml/2006/main">
            <a:off x="3714750" y="3857625"/>
            <a:ext cx="2800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400" b="1" i="0">
                <a:solidFill>
                  <a:srgbClr val="101329"/>
                </a:solidFill>
                <a:latin typeface="Comic Sans MS"/>
                <a:ea typeface="Comic Sans MS"/>
                <a:cs typeface="Comic Sans MS"/>
              </a:defRPr>
            </a:defPPr>
            <a:lvl1pPr algn="ctr">
              <a:defRPr sz="2400" b="1" i="0">
                <a:solidFill>
                  <a:srgbClr val="101329"/>
                </a:solidFill>
                <a:latin typeface="Comic Sans MS"/>
                <a:ea typeface="Comic Sans MS"/>
                <a:cs typeface="Comic Sans MS"/>
              </a:defRPr>
            </a:lvl1pPr>
            <a:lvl2pPr algn="ctr">
              <a:defRPr sz="2400" b="1" i="0">
                <a:solidFill>
                  <a:srgbClr val="101329"/>
                </a:solidFill>
                <a:latin typeface="Comic Sans MS"/>
                <a:ea typeface="Comic Sans MS"/>
                <a:cs typeface="Comic Sans MS"/>
              </a:defRPr>
            </a:lvl2pPr>
            <a:lvl3pPr algn="ctr">
              <a:defRPr sz="2400" b="1" i="0">
                <a:solidFill>
                  <a:srgbClr val="101329"/>
                </a:solidFill>
                <a:latin typeface="Comic Sans MS"/>
                <a:ea typeface="Comic Sans MS"/>
                <a:cs typeface="Comic Sans MS"/>
              </a:defRPr>
            </a:lvl3pPr>
            <a:lvl4pPr algn="ctr">
              <a:defRPr sz="2400" b="1" i="0">
                <a:solidFill>
                  <a:srgbClr val="101329"/>
                </a:solidFill>
                <a:latin typeface="Comic Sans MS"/>
                <a:ea typeface="Comic Sans MS"/>
                <a:cs typeface="Comic Sans MS"/>
              </a:defRPr>
            </a:lvl4pPr>
            <a:lvl5pPr algn="ctr">
              <a:defRPr sz="2400" b="1" i="0">
                <a:solidFill>
                  <a:srgbClr val="101329"/>
                </a:solidFill>
                <a:latin typeface="Comic Sans MS"/>
                <a:ea typeface="Comic Sans MS"/>
                <a:cs typeface="Comic Sans MS"/>
              </a:defRPr>
            </a:lvl5pPr>
            <a:lvl6pPr algn="ctr">
              <a:defRPr sz="2400" b="1" i="0">
                <a:solidFill>
                  <a:srgbClr val="101329"/>
                </a:solidFill>
                <a:latin typeface="Comic Sans MS"/>
                <a:ea typeface="Comic Sans MS"/>
                <a:cs typeface="Comic Sans MS"/>
              </a:defRPr>
            </a:lvl6pPr>
            <a:lvl7pPr algn="ctr">
              <a:defRPr sz="2400" b="1" i="0">
                <a:solidFill>
                  <a:srgbClr val="101329"/>
                </a:solidFill>
                <a:latin typeface="Comic Sans MS"/>
                <a:ea typeface="Comic Sans MS"/>
                <a:cs typeface="Comic Sans MS"/>
              </a:defRPr>
            </a:lvl7pPr>
            <a:lvl8pPr algn="ctr">
              <a:defRPr sz="2400" b="1" i="0">
                <a:solidFill>
                  <a:srgbClr val="101329"/>
                </a:solidFill>
                <a:latin typeface="Comic Sans MS"/>
                <a:ea typeface="Comic Sans MS"/>
                <a:cs typeface="Comic Sans MS"/>
              </a:defRPr>
            </a:lvl8pPr>
            <a:lvl9pPr algn="ctr">
              <a:defRPr sz="2400" b="1" i="0">
                <a:solidFill>
                  <a:srgbClr val="101329"/>
                </a:solidFill>
                <a:latin typeface="Comic Sans MS"/>
                <a:ea typeface="Comic Sans MS"/>
                <a:cs typeface="Comic Sans MS"/>
              </a:defRPr>
            </a:lvl9pPr>
          </a:lstStyle>
          <a:p xmlns:a="http://schemas.openxmlformats.org/drawingml/2006/main">
            <a:pPr algn="ctr">
              <a:lnSpc>
                <a:spcPct val="102000"/>
              </a:lnSpc>
              <a:buNone/>
              <a:defRPr sz="2400" b="1" i="0">
                <a:solidFill>
                  <a:srgbClr val="101329"/>
                </a:solidFill>
                <a:latin typeface="Comic Sans MS"/>
                <a:ea typeface="Comic Sans MS"/>
                <a:cs typeface="Comic Sans MS"/>
              </a:defRPr>
            </a:pPr>
            <a:r>
              <a:rPr sz="2400" b="1" i="0">
                <a:solidFill>
                  <a:srgbClr val="101329"/>
                </a:solidFill>
                <a:latin typeface="Comic Sans MS"/>
                <a:ea typeface="Comic Sans MS"/>
                <a:cs typeface="Comic Sans MS"/>
              </a:rPr>
              <a:t>Unknown sample</a:t>
            </a:r>
          </a:p>
        </p:txBody>
      </p:sp>
      <p:sp>
        <p:nvSpPr>
          <p:cNvPr id="53" name="TXT_blank_heading">
            <a:extLst xmlns:a="http://schemas.openxmlformats.org/drawingml/2006/main">
              <a:ext uri="{FF2B5EF4-FFF2-40B4-BE49-F238E27FC236}">
                <a16:creationId xmlns:a16="http://schemas.microsoft.com/office/drawing/2014/main" id="{86AC84CE-FA8F-4837-81F6-6E5752B08686}"/>
              </a:ext>
            </a:extLst>
          </p:cNvPr>
          <p:cNvSpPr>
            <a:spLocks xmlns:a="http://schemas.openxmlformats.org/drawingml/2006/main" noGrp="1"/>
          </p:cNvSpPr>
          <p:nvPr/>
        </p:nvSpPr>
        <p:spPr>
          <a:xfrm xmlns:a="http://schemas.openxmlformats.org/drawingml/2006/main">
            <a:off x="3714750" y="6353175"/>
            <a:ext cx="2800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400" b="1" i="0">
                <a:solidFill>
                  <a:srgbClr val="101329"/>
                </a:solidFill>
                <a:latin typeface="Comic Sans MS"/>
                <a:ea typeface="Comic Sans MS"/>
                <a:cs typeface="Comic Sans MS"/>
              </a:defRPr>
            </a:defPPr>
            <a:lvl1pPr algn="ctr">
              <a:defRPr sz="2400" b="1" i="0">
                <a:solidFill>
                  <a:srgbClr val="101329"/>
                </a:solidFill>
                <a:latin typeface="Comic Sans MS"/>
                <a:ea typeface="Comic Sans MS"/>
                <a:cs typeface="Comic Sans MS"/>
              </a:defRPr>
            </a:lvl1pPr>
            <a:lvl2pPr algn="ctr">
              <a:defRPr sz="2400" b="1" i="0">
                <a:solidFill>
                  <a:srgbClr val="101329"/>
                </a:solidFill>
                <a:latin typeface="Comic Sans MS"/>
                <a:ea typeface="Comic Sans MS"/>
                <a:cs typeface="Comic Sans MS"/>
              </a:defRPr>
            </a:lvl2pPr>
            <a:lvl3pPr algn="ctr">
              <a:defRPr sz="2400" b="1" i="0">
                <a:solidFill>
                  <a:srgbClr val="101329"/>
                </a:solidFill>
                <a:latin typeface="Comic Sans MS"/>
                <a:ea typeface="Comic Sans MS"/>
                <a:cs typeface="Comic Sans MS"/>
              </a:defRPr>
            </a:lvl3pPr>
            <a:lvl4pPr algn="ctr">
              <a:defRPr sz="2400" b="1" i="0">
                <a:solidFill>
                  <a:srgbClr val="101329"/>
                </a:solidFill>
                <a:latin typeface="Comic Sans MS"/>
                <a:ea typeface="Comic Sans MS"/>
                <a:cs typeface="Comic Sans MS"/>
              </a:defRPr>
            </a:lvl4pPr>
            <a:lvl5pPr algn="ctr">
              <a:defRPr sz="2400" b="1" i="0">
                <a:solidFill>
                  <a:srgbClr val="101329"/>
                </a:solidFill>
                <a:latin typeface="Comic Sans MS"/>
                <a:ea typeface="Comic Sans MS"/>
                <a:cs typeface="Comic Sans MS"/>
              </a:defRPr>
            </a:lvl5pPr>
            <a:lvl6pPr algn="ctr">
              <a:defRPr sz="2400" b="1" i="0">
                <a:solidFill>
                  <a:srgbClr val="101329"/>
                </a:solidFill>
                <a:latin typeface="Comic Sans MS"/>
                <a:ea typeface="Comic Sans MS"/>
                <a:cs typeface="Comic Sans MS"/>
              </a:defRPr>
            </a:lvl6pPr>
            <a:lvl7pPr algn="ctr">
              <a:defRPr sz="2400" b="1" i="0">
                <a:solidFill>
                  <a:srgbClr val="101329"/>
                </a:solidFill>
                <a:latin typeface="Comic Sans MS"/>
                <a:ea typeface="Comic Sans MS"/>
                <a:cs typeface="Comic Sans MS"/>
              </a:defRPr>
            </a:lvl7pPr>
            <a:lvl8pPr algn="ctr">
              <a:defRPr sz="2400" b="1" i="0">
                <a:solidFill>
                  <a:srgbClr val="101329"/>
                </a:solidFill>
                <a:latin typeface="Comic Sans MS"/>
                <a:ea typeface="Comic Sans MS"/>
                <a:cs typeface="Comic Sans MS"/>
              </a:defRPr>
            </a:lvl8pPr>
            <a:lvl9pPr algn="ctr">
              <a:defRPr sz="2400" b="1" i="0">
                <a:solidFill>
                  <a:srgbClr val="101329"/>
                </a:solidFill>
                <a:latin typeface="Comic Sans MS"/>
                <a:ea typeface="Comic Sans MS"/>
                <a:cs typeface="Comic Sans MS"/>
              </a:defRPr>
            </a:lvl9pPr>
          </a:lstStyle>
          <a:p xmlns:a="http://schemas.openxmlformats.org/drawingml/2006/main">
            <a:pPr algn="ctr">
              <a:lnSpc>
                <a:spcPct val="102000"/>
              </a:lnSpc>
              <a:buNone/>
              <a:defRPr sz="2400" b="1" i="0">
                <a:solidFill>
                  <a:srgbClr val="101329"/>
                </a:solidFill>
                <a:latin typeface="Comic Sans MS"/>
                <a:ea typeface="Comic Sans MS"/>
                <a:cs typeface="Comic Sans MS"/>
              </a:defRPr>
            </a:pPr>
            <a:r>
              <a:rPr sz="2400" b="1" i="0">
                <a:solidFill>
                  <a:srgbClr val="101329"/>
                </a:solidFill>
                <a:latin typeface="Comic Sans MS"/>
                <a:ea typeface="Comic Sans MS"/>
                <a:cs typeface="Comic Sans MS"/>
              </a:rPr>
              <a:t>Reagent blank</a:t>
            </a:r>
          </a:p>
        </p:txBody>
      </p:sp>
      <p:sp>
        <p:nvSpPr>
          <p:cNvPr id="54" name="TXT_dye_standards">
            <a:extLst xmlns:a="http://schemas.openxmlformats.org/drawingml/2006/main">
              <a:ext uri="{FF2B5EF4-FFF2-40B4-BE49-F238E27FC236}">
                <a16:creationId xmlns:a16="http://schemas.microsoft.com/office/drawing/2014/main" id="{F58793F1-773A-48BA-9EBD-8CDD9884C361}"/>
              </a:ext>
            </a:extLst>
          </p:cNvPr>
          <p:cNvSpPr>
            <a:spLocks xmlns:a="http://schemas.openxmlformats.org/drawingml/2006/main" noGrp="1"/>
          </p:cNvSpPr>
          <p:nvPr/>
        </p:nvSpPr>
        <p:spPr>
          <a:xfrm xmlns:a="http://schemas.openxmlformats.org/drawingml/2006/main">
            <a:off x="7096125" y="1171575"/>
            <a:ext cx="114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00" b="1" i="0">
                <a:solidFill>
                  <a:srgbClr val="101329"/>
                </a:solidFill>
                <a:latin typeface="Comic Sans MS"/>
                <a:ea typeface="Comic Sans MS"/>
                <a:cs typeface="Comic Sans MS"/>
              </a:defRPr>
            </a:defPPr>
            <a:lvl1pPr algn="ctr">
              <a:defRPr sz="1500" b="1" i="0">
                <a:solidFill>
                  <a:srgbClr val="101329"/>
                </a:solidFill>
                <a:latin typeface="Comic Sans MS"/>
                <a:ea typeface="Comic Sans MS"/>
                <a:cs typeface="Comic Sans MS"/>
              </a:defRPr>
            </a:lvl1pPr>
            <a:lvl2pPr algn="ctr">
              <a:defRPr sz="1500" b="1" i="0">
                <a:solidFill>
                  <a:srgbClr val="101329"/>
                </a:solidFill>
                <a:latin typeface="Comic Sans MS"/>
                <a:ea typeface="Comic Sans MS"/>
                <a:cs typeface="Comic Sans MS"/>
              </a:defRPr>
            </a:lvl2pPr>
            <a:lvl3pPr algn="ctr">
              <a:defRPr sz="1500" b="1" i="0">
                <a:solidFill>
                  <a:srgbClr val="101329"/>
                </a:solidFill>
                <a:latin typeface="Comic Sans MS"/>
                <a:ea typeface="Comic Sans MS"/>
                <a:cs typeface="Comic Sans MS"/>
              </a:defRPr>
            </a:lvl3pPr>
            <a:lvl4pPr algn="ctr">
              <a:defRPr sz="1500" b="1" i="0">
                <a:solidFill>
                  <a:srgbClr val="101329"/>
                </a:solidFill>
                <a:latin typeface="Comic Sans MS"/>
                <a:ea typeface="Comic Sans MS"/>
                <a:cs typeface="Comic Sans MS"/>
              </a:defRPr>
            </a:lvl4pPr>
            <a:lvl5pPr algn="ctr">
              <a:defRPr sz="1500" b="1" i="0">
                <a:solidFill>
                  <a:srgbClr val="101329"/>
                </a:solidFill>
                <a:latin typeface="Comic Sans MS"/>
                <a:ea typeface="Comic Sans MS"/>
                <a:cs typeface="Comic Sans MS"/>
              </a:defRPr>
            </a:lvl5pPr>
            <a:lvl6pPr algn="ctr">
              <a:defRPr sz="1500" b="1" i="0">
                <a:solidFill>
                  <a:srgbClr val="101329"/>
                </a:solidFill>
                <a:latin typeface="Comic Sans MS"/>
                <a:ea typeface="Comic Sans MS"/>
                <a:cs typeface="Comic Sans MS"/>
              </a:defRPr>
            </a:lvl6pPr>
            <a:lvl7pPr algn="ctr">
              <a:defRPr sz="1500" b="1" i="0">
                <a:solidFill>
                  <a:srgbClr val="101329"/>
                </a:solidFill>
                <a:latin typeface="Comic Sans MS"/>
                <a:ea typeface="Comic Sans MS"/>
                <a:cs typeface="Comic Sans MS"/>
              </a:defRPr>
            </a:lvl7pPr>
            <a:lvl8pPr algn="ctr">
              <a:defRPr sz="1500" b="1" i="0">
                <a:solidFill>
                  <a:srgbClr val="101329"/>
                </a:solidFill>
                <a:latin typeface="Comic Sans MS"/>
                <a:ea typeface="Comic Sans MS"/>
                <a:cs typeface="Comic Sans MS"/>
              </a:defRPr>
            </a:lvl8pPr>
            <a:lvl9pPr algn="ctr">
              <a:defRPr sz="1500" b="1" i="0">
                <a:solidFill>
                  <a:srgbClr val="101329"/>
                </a:solidFill>
                <a:latin typeface="Comic Sans MS"/>
                <a:ea typeface="Comic Sans MS"/>
                <a:cs typeface="Comic Sans MS"/>
              </a:defRPr>
            </a:lvl9pPr>
          </a:lstStyle>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Coomassie</a:t>
            </a:r>
          </a:p>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G-250</a:t>
            </a:r>
          </a:p>
        </p:txBody>
      </p:sp>
      <p:sp>
        <p:nvSpPr>
          <p:cNvPr id="55" name="TXT_dye_unknown">
            <a:extLst xmlns:a="http://schemas.openxmlformats.org/drawingml/2006/main">
              <a:ext uri="{FF2B5EF4-FFF2-40B4-BE49-F238E27FC236}">
                <a16:creationId xmlns:a16="http://schemas.microsoft.com/office/drawing/2014/main" id="{7CA45960-8B19-41B7-BFB9-A8A1FF110AD9}"/>
              </a:ext>
            </a:extLst>
          </p:cNvPr>
          <p:cNvSpPr>
            <a:spLocks xmlns:a="http://schemas.openxmlformats.org/drawingml/2006/main" noGrp="1"/>
          </p:cNvSpPr>
          <p:nvPr/>
        </p:nvSpPr>
        <p:spPr>
          <a:xfrm xmlns:a="http://schemas.openxmlformats.org/drawingml/2006/main">
            <a:off x="7096125" y="3743325"/>
            <a:ext cx="114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00" b="1" i="0">
                <a:solidFill>
                  <a:srgbClr val="101329"/>
                </a:solidFill>
                <a:latin typeface="Comic Sans MS"/>
                <a:ea typeface="Comic Sans MS"/>
                <a:cs typeface="Comic Sans MS"/>
              </a:defRPr>
            </a:defPPr>
            <a:lvl1pPr algn="ctr">
              <a:defRPr sz="1500" b="1" i="0">
                <a:solidFill>
                  <a:srgbClr val="101329"/>
                </a:solidFill>
                <a:latin typeface="Comic Sans MS"/>
                <a:ea typeface="Comic Sans MS"/>
                <a:cs typeface="Comic Sans MS"/>
              </a:defRPr>
            </a:lvl1pPr>
            <a:lvl2pPr algn="ctr">
              <a:defRPr sz="1500" b="1" i="0">
                <a:solidFill>
                  <a:srgbClr val="101329"/>
                </a:solidFill>
                <a:latin typeface="Comic Sans MS"/>
                <a:ea typeface="Comic Sans MS"/>
                <a:cs typeface="Comic Sans MS"/>
              </a:defRPr>
            </a:lvl2pPr>
            <a:lvl3pPr algn="ctr">
              <a:defRPr sz="1500" b="1" i="0">
                <a:solidFill>
                  <a:srgbClr val="101329"/>
                </a:solidFill>
                <a:latin typeface="Comic Sans MS"/>
                <a:ea typeface="Comic Sans MS"/>
                <a:cs typeface="Comic Sans MS"/>
              </a:defRPr>
            </a:lvl3pPr>
            <a:lvl4pPr algn="ctr">
              <a:defRPr sz="1500" b="1" i="0">
                <a:solidFill>
                  <a:srgbClr val="101329"/>
                </a:solidFill>
                <a:latin typeface="Comic Sans MS"/>
                <a:ea typeface="Comic Sans MS"/>
                <a:cs typeface="Comic Sans MS"/>
              </a:defRPr>
            </a:lvl4pPr>
            <a:lvl5pPr algn="ctr">
              <a:defRPr sz="1500" b="1" i="0">
                <a:solidFill>
                  <a:srgbClr val="101329"/>
                </a:solidFill>
                <a:latin typeface="Comic Sans MS"/>
                <a:ea typeface="Comic Sans MS"/>
                <a:cs typeface="Comic Sans MS"/>
              </a:defRPr>
            </a:lvl5pPr>
            <a:lvl6pPr algn="ctr">
              <a:defRPr sz="1500" b="1" i="0">
                <a:solidFill>
                  <a:srgbClr val="101329"/>
                </a:solidFill>
                <a:latin typeface="Comic Sans MS"/>
                <a:ea typeface="Comic Sans MS"/>
                <a:cs typeface="Comic Sans MS"/>
              </a:defRPr>
            </a:lvl6pPr>
            <a:lvl7pPr algn="ctr">
              <a:defRPr sz="1500" b="1" i="0">
                <a:solidFill>
                  <a:srgbClr val="101329"/>
                </a:solidFill>
                <a:latin typeface="Comic Sans MS"/>
                <a:ea typeface="Comic Sans MS"/>
                <a:cs typeface="Comic Sans MS"/>
              </a:defRPr>
            </a:lvl7pPr>
            <a:lvl8pPr algn="ctr">
              <a:defRPr sz="1500" b="1" i="0">
                <a:solidFill>
                  <a:srgbClr val="101329"/>
                </a:solidFill>
                <a:latin typeface="Comic Sans MS"/>
                <a:ea typeface="Comic Sans MS"/>
                <a:cs typeface="Comic Sans MS"/>
              </a:defRPr>
            </a:lvl8pPr>
            <a:lvl9pPr algn="ctr">
              <a:defRPr sz="1500" b="1" i="0">
                <a:solidFill>
                  <a:srgbClr val="101329"/>
                </a:solidFill>
                <a:latin typeface="Comic Sans MS"/>
                <a:ea typeface="Comic Sans MS"/>
                <a:cs typeface="Comic Sans MS"/>
              </a:defRPr>
            </a:lvl9pPr>
          </a:lstStyle>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Coomassie</a:t>
            </a:r>
          </a:p>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G-250</a:t>
            </a:r>
          </a:p>
        </p:txBody>
      </p:sp>
      <p:sp>
        <p:nvSpPr>
          <p:cNvPr id="56" name="TXT_dye_blank">
            <a:extLst xmlns:a="http://schemas.openxmlformats.org/drawingml/2006/main">
              <a:ext uri="{FF2B5EF4-FFF2-40B4-BE49-F238E27FC236}">
                <a16:creationId xmlns:a16="http://schemas.microsoft.com/office/drawing/2014/main" id="{A7C10DD7-A9DC-4D12-9925-84162A36661A}"/>
              </a:ext>
            </a:extLst>
          </p:cNvPr>
          <p:cNvSpPr>
            <a:spLocks xmlns:a="http://schemas.openxmlformats.org/drawingml/2006/main" noGrp="1"/>
          </p:cNvSpPr>
          <p:nvPr/>
        </p:nvSpPr>
        <p:spPr>
          <a:xfrm xmlns:a="http://schemas.openxmlformats.org/drawingml/2006/main">
            <a:off x="7096125" y="6410325"/>
            <a:ext cx="114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00" b="1" i="0">
                <a:solidFill>
                  <a:srgbClr val="101329"/>
                </a:solidFill>
                <a:latin typeface="Comic Sans MS"/>
                <a:ea typeface="Comic Sans MS"/>
                <a:cs typeface="Comic Sans MS"/>
              </a:defRPr>
            </a:defPPr>
            <a:lvl1pPr algn="ctr">
              <a:defRPr sz="1500" b="1" i="0">
                <a:solidFill>
                  <a:srgbClr val="101329"/>
                </a:solidFill>
                <a:latin typeface="Comic Sans MS"/>
                <a:ea typeface="Comic Sans MS"/>
                <a:cs typeface="Comic Sans MS"/>
              </a:defRPr>
            </a:lvl1pPr>
            <a:lvl2pPr algn="ctr">
              <a:defRPr sz="1500" b="1" i="0">
                <a:solidFill>
                  <a:srgbClr val="101329"/>
                </a:solidFill>
                <a:latin typeface="Comic Sans MS"/>
                <a:ea typeface="Comic Sans MS"/>
                <a:cs typeface="Comic Sans MS"/>
              </a:defRPr>
            </a:lvl2pPr>
            <a:lvl3pPr algn="ctr">
              <a:defRPr sz="1500" b="1" i="0">
                <a:solidFill>
                  <a:srgbClr val="101329"/>
                </a:solidFill>
                <a:latin typeface="Comic Sans MS"/>
                <a:ea typeface="Comic Sans MS"/>
                <a:cs typeface="Comic Sans MS"/>
              </a:defRPr>
            </a:lvl3pPr>
            <a:lvl4pPr algn="ctr">
              <a:defRPr sz="1500" b="1" i="0">
                <a:solidFill>
                  <a:srgbClr val="101329"/>
                </a:solidFill>
                <a:latin typeface="Comic Sans MS"/>
                <a:ea typeface="Comic Sans MS"/>
                <a:cs typeface="Comic Sans MS"/>
              </a:defRPr>
            </a:lvl4pPr>
            <a:lvl5pPr algn="ctr">
              <a:defRPr sz="1500" b="1" i="0">
                <a:solidFill>
                  <a:srgbClr val="101329"/>
                </a:solidFill>
                <a:latin typeface="Comic Sans MS"/>
                <a:ea typeface="Comic Sans MS"/>
                <a:cs typeface="Comic Sans MS"/>
              </a:defRPr>
            </a:lvl5pPr>
            <a:lvl6pPr algn="ctr">
              <a:defRPr sz="1500" b="1" i="0">
                <a:solidFill>
                  <a:srgbClr val="101329"/>
                </a:solidFill>
                <a:latin typeface="Comic Sans MS"/>
                <a:ea typeface="Comic Sans MS"/>
                <a:cs typeface="Comic Sans MS"/>
              </a:defRPr>
            </a:lvl6pPr>
            <a:lvl7pPr algn="ctr">
              <a:defRPr sz="1500" b="1" i="0">
                <a:solidFill>
                  <a:srgbClr val="101329"/>
                </a:solidFill>
                <a:latin typeface="Comic Sans MS"/>
                <a:ea typeface="Comic Sans MS"/>
                <a:cs typeface="Comic Sans MS"/>
              </a:defRPr>
            </a:lvl7pPr>
            <a:lvl8pPr algn="ctr">
              <a:defRPr sz="1500" b="1" i="0">
                <a:solidFill>
                  <a:srgbClr val="101329"/>
                </a:solidFill>
                <a:latin typeface="Comic Sans MS"/>
                <a:ea typeface="Comic Sans MS"/>
                <a:cs typeface="Comic Sans MS"/>
              </a:defRPr>
            </a:lvl8pPr>
            <a:lvl9pPr algn="ctr">
              <a:defRPr sz="1500" b="1" i="0">
                <a:solidFill>
                  <a:srgbClr val="101329"/>
                </a:solidFill>
                <a:latin typeface="Comic Sans MS"/>
                <a:ea typeface="Comic Sans MS"/>
                <a:cs typeface="Comic Sans MS"/>
              </a:defRPr>
            </a:lvl9pPr>
          </a:lstStyle>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Coomassie</a:t>
            </a:r>
          </a:p>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G-250</a:t>
            </a:r>
          </a:p>
        </p:txBody>
      </p:sp>
      <p:sp>
        <p:nvSpPr>
          <p:cNvPr id="57" name="TXT_binding_standards">
            <a:extLst xmlns:a="http://schemas.openxmlformats.org/drawingml/2006/main">
              <a:ext uri="{FF2B5EF4-FFF2-40B4-BE49-F238E27FC236}">
                <a16:creationId xmlns:a16="http://schemas.microsoft.com/office/drawing/2014/main" id="{F0E4D841-0F75-4B44-9CFD-E19F442076A7}"/>
              </a:ext>
            </a:extLst>
          </p:cNvPr>
          <p:cNvSpPr>
            <a:spLocks xmlns:a="http://schemas.openxmlformats.org/drawingml/2006/main" noGrp="1"/>
          </p:cNvSpPr>
          <p:nvPr/>
        </p:nvSpPr>
        <p:spPr>
          <a:xfrm xmlns:a="http://schemas.openxmlformats.org/drawingml/2006/main">
            <a:off x="7143750" y="2886075"/>
            <a:ext cx="2381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i="0">
                <a:solidFill>
                  <a:srgbClr val="101329"/>
                </a:solidFill>
                <a:latin typeface="Comic Sans MS"/>
                <a:ea typeface="Comic Sans MS"/>
                <a:cs typeface="Comic Sans MS"/>
              </a:defRPr>
            </a:defPPr>
            <a:lvl1pPr algn="ctr">
              <a:defRPr sz="1800" b="1" i="0">
                <a:solidFill>
                  <a:srgbClr val="101329"/>
                </a:solidFill>
                <a:latin typeface="Comic Sans MS"/>
                <a:ea typeface="Comic Sans MS"/>
                <a:cs typeface="Comic Sans MS"/>
              </a:defRPr>
            </a:lvl1pPr>
            <a:lvl2pPr algn="ctr">
              <a:defRPr sz="1800" b="1" i="0">
                <a:solidFill>
                  <a:srgbClr val="101329"/>
                </a:solidFill>
                <a:latin typeface="Comic Sans MS"/>
                <a:ea typeface="Comic Sans MS"/>
                <a:cs typeface="Comic Sans MS"/>
              </a:defRPr>
            </a:lvl2pPr>
            <a:lvl3pPr algn="ctr">
              <a:defRPr sz="1800" b="1" i="0">
                <a:solidFill>
                  <a:srgbClr val="101329"/>
                </a:solidFill>
                <a:latin typeface="Comic Sans MS"/>
                <a:ea typeface="Comic Sans MS"/>
                <a:cs typeface="Comic Sans MS"/>
              </a:defRPr>
            </a:lvl3pPr>
            <a:lvl4pPr algn="ctr">
              <a:defRPr sz="1800" b="1" i="0">
                <a:solidFill>
                  <a:srgbClr val="101329"/>
                </a:solidFill>
                <a:latin typeface="Comic Sans MS"/>
                <a:ea typeface="Comic Sans MS"/>
                <a:cs typeface="Comic Sans MS"/>
              </a:defRPr>
            </a:lvl4pPr>
            <a:lvl5pPr algn="ctr">
              <a:defRPr sz="1800" b="1" i="0">
                <a:solidFill>
                  <a:srgbClr val="101329"/>
                </a:solidFill>
                <a:latin typeface="Comic Sans MS"/>
                <a:ea typeface="Comic Sans MS"/>
                <a:cs typeface="Comic Sans MS"/>
              </a:defRPr>
            </a:lvl5pPr>
            <a:lvl6pPr algn="ctr">
              <a:defRPr sz="1800" b="1" i="0">
                <a:solidFill>
                  <a:srgbClr val="101329"/>
                </a:solidFill>
                <a:latin typeface="Comic Sans MS"/>
                <a:ea typeface="Comic Sans MS"/>
                <a:cs typeface="Comic Sans MS"/>
              </a:defRPr>
            </a:lvl6pPr>
            <a:lvl7pPr algn="ctr">
              <a:defRPr sz="1800" b="1" i="0">
                <a:solidFill>
                  <a:srgbClr val="101329"/>
                </a:solidFill>
                <a:latin typeface="Comic Sans MS"/>
                <a:ea typeface="Comic Sans MS"/>
                <a:cs typeface="Comic Sans MS"/>
              </a:defRPr>
            </a:lvl7pPr>
            <a:lvl8pPr algn="ctr">
              <a:defRPr sz="1800" b="1" i="0">
                <a:solidFill>
                  <a:srgbClr val="101329"/>
                </a:solidFill>
                <a:latin typeface="Comic Sans MS"/>
                <a:ea typeface="Comic Sans MS"/>
                <a:cs typeface="Comic Sans MS"/>
              </a:defRPr>
            </a:lvl8pPr>
            <a:lvl9pPr algn="ctr">
              <a:defRPr sz="1800" b="1" i="0">
                <a:solidFill>
                  <a:srgbClr val="101329"/>
                </a:solidFill>
                <a:latin typeface="Comic Sans MS"/>
                <a:ea typeface="Comic Sans MS"/>
                <a:cs typeface="Comic Sans MS"/>
              </a:defRPr>
            </a:lvl9pPr>
          </a:lstStyle>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Protein-dye binding</a:t>
            </a:r>
          </a:p>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(standards)</a:t>
            </a:r>
          </a:p>
        </p:txBody>
      </p:sp>
      <p:sp>
        <p:nvSpPr>
          <p:cNvPr id="58" name="TXT_binding_unknown">
            <a:extLst xmlns:a="http://schemas.openxmlformats.org/drawingml/2006/main">
              <a:ext uri="{FF2B5EF4-FFF2-40B4-BE49-F238E27FC236}">
                <a16:creationId xmlns:a16="http://schemas.microsoft.com/office/drawing/2014/main" id="{89F0C3D6-AB02-47F6-9332-2E16627F7B68}"/>
              </a:ext>
            </a:extLst>
          </p:cNvPr>
          <p:cNvSpPr>
            <a:spLocks xmlns:a="http://schemas.openxmlformats.org/drawingml/2006/main" noGrp="1"/>
          </p:cNvSpPr>
          <p:nvPr/>
        </p:nvSpPr>
        <p:spPr>
          <a:xfrm xmlns:a="http://schemas.openxmlformats.org/drawingml/2006/main">
            <a:off x="7143750" y="5505450"/>
            <a:ext cx="2381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i="0">
                <a:solidFill>
                  <a:srgbClr val="101329"/>
                </a:solidFill>
                <a:latin typeface="Comic Sans MS"/>
                <a:ea typeface="Comic Sans MS"/>
                <a:cs typeface="Comic Sans MS"/>
              </a:defRPr>
            </a:defPPr>
            <a:lvl1pPr algn="ctr">
              <a:defRPr sz="1800" b="1" i="0">
                <a:solidFill>
                  <a:srgbClr val="101329"/>
                </a:solidFill>
                <a:latin typeface="Comic Sans MS"/>
                <a:ea typeface="Comic Sans MS"/>
                <a:cs typeface="Comic Sans MS"/>
              </a:defRPr>
            </a:lvl1pPr>
            <a:lvl2pPr algn="ctr">
              <a:defRPr sz="1800" b="1" i="0">
                <a:solidFill>
                  <a:srgbClr val="101329"/>
                </a:solidFill>
                <a:latin typeface="Comic Sans MS"/>
                <a:ea typeface="Comic Sans MS"/>
                <a:cs typeface="Comic Sans MS"/>
              </a:defRPr>
            </a:lvl2pPr>
            <a:lvl3pPr algn="ctr">
              <a:defRPr sz="1800" b="1" i="0">
                <a:solidFill>
                  <a:srgbClr val="101329"/>
                </a:solidFill>
                <a:latin typeface="Comic Sans MS"/>
                <a:ea typeface="Comic Sans MS"/>
                <a:cs typeface="Comic Sans MS"/>
              </a:defRPr>
            </a:lvl3pPr>
            <a:lvl4pPr algn="ctr">
              <a:defRPr sz="1800" b="1" i="0">
                <a:solidFill>
                  <a:srgbClr val="101329"/>
                </a:solidFill>
                <a:latin typeface="Comic Sans MS"/>
                <a:ea typeface="Comic Sans MS"/>
                <a:cs typeface="Comic Sans MS"/>
              </a:defRPr>
            </a:lvl4pPr>
            <a:lvl5pPr algn="ctr">
              <a:defRPr sz="1800" b="1" i="0">
                <a:solidFill>
                  <a:srgbClr val="101329"/>
                </a:solidFill>
                <a:latin typeface="Comic Sans MS"/>
                <a:ea typeface="Comic Sans MS"/>
                <a:cs typeface="Comic Sans MS"/>
              </a:defRPr>
            </a:lvl5pPr>
            <a:lvl6pPr algn="ctr">
              <a:defRPr sz="1800" b="1" i="0">
                <a:solidFill>
                  <a:srgbClr val="101329"/>
                </a:solidFill>
                <a:latin typeface="Comic Sans MS"/>
                <a:ea typeface="Comic Sans MS"/>
                <a:cs typeface="Comic Sans MS"/>
              </a:defRPr>
            </a:lvl6pPr>
            <a:lvl7pPr algn="ctr">
              <a:defRPr sz="1800" b="1" i="0">
                <a:solidFill>
                  <a:srgbClr val="101329"/>
                </a:solidFill>
                <a:latin typeface="Comic Sans MS"/>
                <a:ea typeface="Comic Sans MS"/>
                <a:cs typeface="Comic Sans MS"/>
              </a:defRPr>
            </a:lvl7pPr>
            <a:lvl8pPr algn="ctr">
              <a:defRPr sz="1800" b="1" i="0">
                <a:solidFill>
                  <a:srgbClr val="101329"/>
                </a:solidFill>
                <a:latin typeface="Comic Sans MS"/>
                <a:ea typeface="Comic Sans MS"/>
                <a:cs typeface="Comic Sans MS"/>
              </a:defRPr>
            </a:lvl8pPr>
            <a:lvl9pPr algn="ctr">
              <a:defRPr sz="1800" b="1" i="0">
                <a:solidFill>
                  <a:srgbClr val="101329"/>
                </a:solidFill>
                <a:latin typeface="Comic Sans MS"/>
                <a:ea typeface="Comic Sans MS"/>
                <a:cs typeface="Comic Sans MS"/>
              </a:defRPr>
            </a:lvl9pPr>
          </a:lstStyle>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Protein-dye binding</a:t>
            </a:r>
          </a:p>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(unknown)</a:t>
            </a:r>
          </a:p>
        </p:txBody>
      </p:sp>
      <p:sp>
        <p:nvSpPr>
          <p:cNvPr id="59" name="TXT_measurement_heading">
            <a:extLst xmlns:a="http://schemas.openxmlformats.org/drawingml/2006/main">
              <a:ext uri="{FF2B5EF4-FFF2-40B4-BE49-F238E27FC236}">
                <a16:creationId xmlns:a16="http://schemas.microsoft.com/office/drawing/2014/main" id="{18A28854-804C-4268-AF7A-3766DCF5D557}"/>
              </a:ext>
            </a:extLst>
          </p:cNvPr>
          <p:cNvSpPr>
            <a:spLocks xmlns:a="http://schemas.openxmlformats.org/drawingml/2006/main" noGrp="1"/>
          </p:cNvSpPr>
          <p:nvPr/>
        </p:nvSpPr>
        <p:spPr>
          <a:xfrm xmlns:a="http://schemas.openxmlformats.org/drawingml/2006/main">
            <a:off x="11525250" y="1343025"/>
            <a:ext cx="38004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625" b="1" i="0">
                <a:solidFill>
                  <a:srgbClr val="101329"/>
                </a:solidFill>
                <a:latin typeface="Comic Sans MS"/>
                <a:ea typeface="Comic Sans MS"/>
                <a:cs typeface="Comic Sans MS"/>
              </a:defRPr>
            </a:defPPr>
            <a:lvl1pPr algn="ctr">
              <a:defRPr sz="2625" b="1" i="0">
                <a:solidFill>
                  <a:srgbClr val="101329"/>
                </a:solidFill>
                <a:latin typeface="Comic Sans MS"/>
                <a:ea typeface="Comic Sans MS"/>
                <a:cs typeface="Comic Sans MS"/>
              </a:defRPr>
            </a:lvl1pPr>
            <a:lvl2pPr algn="ctr">
              <a:defRPr sz="2625" b="1" i="0">
                <a:solidFill>
                  <a:srgbClr val="101329"/>
                </a:solidFill>
                <a:latin typeface="Comic Sans MS"/>
                <a:ea typeface="Comic Sans MS"/>
                <a:cs typeface="Comic Sans MS"/>
              </a:defRPr>
            </a:lvl2pPr>
            <a:lvl3pPr algn="ctr">
              <a:defRPr sz="2625" b="1" i="0">
                <a:solidFill>
                  <a:srgbClr val="101329"/>
                </a:solidFill>
                <a:latin typeface="Comic Sans MS"/>
                <a:ea typeface="Comic Sans MS"/>
                <a:cs typeface="Comic Sans MS"/>
              </a:defRPr>
            </a:lvl3pPr>
            <a:lvl4pPr algn="ctr">
              <a:defRPr sz="2625" b="1" i="0">
                <a:solidFill>
                  <a:srgbClr val="101329"/>
                </a:solidFill>
                <a:latin typeface="Comic Sans MS"/>
                <a:ea typeface="Comic Sans MS"/>
                <a:cs typeface="Comic Sans MS"/>
              </a:defRPr>
            </a:lvl4pPr>
            <a:lvl5pPr algn="ctr">
              <a:defRPr sz="2625" b="1" i="0">
                <a:solidFill>
                  <a:srgbClr val="101329"/>
                </a:solidFill>
                <a:latin typeface="Comic Sans MS"/>
                <a:ea typeface="Comic Sans MS"/>
                <a:cs typeface="Comic Sans MS"/>
              </a:defRPr>
            </a:lvl5pPr>
            <a:lvl6pPr algn="ctr">
              <a:defRPr sz="2625" b="1" i="0">
                <a:solidFill>
                  <a:srgbClr val="101329"/>
                </a:solidFill>
                <a:latin typeface="Comic Sans MS"/>
                <a:ea typeface="Comic Sans MS"/>
                <a:cs typeface="Comic Sans MS"/>
              </a:defRPr>
            </a:lvl6pPr>
            <a:lvl7pPr algn="ctr">
              <a:defRPr sz="2625" b="1" i="0">
                <a:solidFill>
                  <a:srgbClr val="101329"/>
                </a:solidFill>
                <a:latin typeface="Comic Sans MS"/>
                <a:ea typeface="Comic Sans MS"/>
                <a:cs typeface="Comic Sans MS"/>
              </a:defRPr>
            </a:lvl7pPr>
            <a:lvl8pPr algn="ctr">
              <a:defRPr sz="2625" b="1" i="0">
                <a:solidFill>
                  <a:srgbClr val="101329"/>
                </a:solidFill>
                <a:latin typeface="Comic Sans MS"/>
                <a:ea typeface="Comic Sans MS"/>
                <a:cs typeface="Comic Sans MS"/>
              </a:defRPr>
            </a:lvl8pPr>
            <a:lvl9pPr algn="ctr">
              <a:defRPr sz="2625" b="1" i="0">
                <a:solidFill>
                  <a:srgbClr val="101329"/>
                </a:solidFill>
                <a:latin typeface="Comic Sans MS"/>
                <a:ea typeface="Comic Sans MS"/>
                <a:cs typeface="Comic Sans MS"/>
              </a:defRPr>
            </a:lvl9pPr>
          </a:lstStyle>
          <a:p xmlns:a="http://schemas.openxmlformats.org/drawingml/2006/main">
            <a:pPr algn="ctr">
              <a:lnSpc>
                <a:spcPct val="102000"/>
              </a:lnSpc>
              <a:buNone/>
              <a:defRPr sz="2625" b="1" i="0">
                <a:solidFill>
                  <a:srgbClr val="101329"/>
                </a:solidFill>
                <a:latin typeface="Comic Sans MS"/>
                <a:ea typeface="Comic Sans MS"/>
                <a:cs typeface="Comic Sans MS"/>
              </a:defRPr>
            </a:pPr>
            <a:r>
              <a:rPr sz="2625" b="1" i="0">
                <a:solidFill>
                  <a:srgbClr val="101329"/>
                </a:solidFill>
                <a:latin typeface="Comic Sans MS"/>
                <a:ea typeface="Comic Sans MS"/>
                <a:cs typeface="Comic Sans MS"/>
              </a:rPr>
              <a:t>Read absorbance</a:t>
            </a:r>
          </a:p>
          <a:p xmlns:a="http://schemas.openxmlformats.org/drawingml/2006/main">
            <a:pPr algn="ctr">
              <a:lnSpc>
                <a:spcPct val="102000"/>
              </a:lnSpc>
              <a:buNone/>
              <a:defRPr sz="2625" b="1" i="0">
                <a:solidFill>
                  <a:srgbClr val="101329"/>
                </a:solidFill>
                <a:latin typeface="Comic Sans MS"/>
                <a:ea typeface="Comic Sans MS"/>
                <a:cs typeface="Comic Sans MS"/>
              </a:defRPr>
            </a:pPr>
            <a:r>
              <a:rPr sz="2625" b="1" i="0">
                <a:solidFill>
                  <a:srgbClr val="101329"/>
                </a:solidFill>
                <a:latin typeface="Comic Sans MS"/>
                <a:ea typeface="Comic Sans MS"/>
                <a:cs typeface="Comic Sans MS"/>
              </a:rPr>
              <a:t>at 595 nm</a:t>
            </a:r>
          </a:p>
        </p:txBody>
      </p:sp>
      <p:sp>
        <p:nvSpPr>
          <p:cNvPr id="60" name="TXT_correction_heading">
            <a:extLst xmlns:a="http://schemas.openxmlformats.org/drawingml/2006/main">
              <a:ext uri="{FF2B5EF4-FFF2-40B4-BE49-F238E27FC236}">
                <a16:creationId xmlns:a16="http://schemas.microsoft.com/office/drawing/2014/main" id="{7A26FDCD-A513-4F1F-B7AA-C5DB596D4B46}"/>
              </a:ext>
            </a:extLst>
          </p:cNvPr>
          <p:cNvSpPr>
            <a:spLocks xmlns:a="http://schemas.openxmlformats.org/drawingml/2006/main" noGrp="1"/>
          </p:cNvSpPr>
          <p:nvPr/>
        </p:nvSpPr>
        <p:spPr>
          <a:xfrm xmlns:a="http://schemas.openxmlformats.org/drawingml/2006/main">
            <a:off x="11601450" y="5695950"/>
            <a:ext cx="3781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475" b="1" i="0">
                <a:solidFill>
                  <a:srgbClr val="101329"/>
                </a:solidFill>
                <a:latin typeface="Comic Sans MS"/>
                <a:ea typeface="Comic Sans MS"/>
                <a:cs typeface="Comic Sans MS"/>
              </a:defRPr>
            </a:defPPr>
            <a:lvl1pPr algn="ctr">
              <a:defRPr sz="2475" b="1" i="0">
                <a:solidFill>
                  <a:srgbClr val="101329"/>
                </a:solidFill>
                <a:latin typeface="Comic Sans MS"/>
                <a:ea typeface="Comic Sans MS"/>
                <a:cs typeface="Comic Sans MS"/>
              </a:defRPr>
            </a:lvl1pPr>
            <a:lvl2pPr algn="ctr">
              <a:defRPr sz="2475" b="1" i="0">
                <a:solidFill>
                  <a:srgbClr val="101329"/>
                </a:solidFill>
                <a:latin typeface="Comic Sans MS"/>
                <a:ea typeface="Comic Sans MS"/>
                <a:cs typeface="Comic Sans MS"/>
              </a:defRPr>
            </a:lvl2pPr>
            <a:lvl3pPr algn="ctr">
              <a:defRPr sz="2475" b="1" i="0">
                <a:solidFill>
                  <a:srgbClr val="101329"/>
                </a:solidFill>
                <a:latin typeface="Comic Sans MS"/>
                <a:ea typeface="Comic Sans MS"/>
                <a:cs typeface="Comic Sans MS"/>
              </a:defRPr>
            </a:lvl3pPr>
            <a:lvl4pPr algn="ctr">
              <a:defRPr sz="2475" b="1" i="0">
                <a:solidFill>
                  <a:srgbClr val="101329"/>
                </a:solidFill>
                <a:latin typeface="Comic Sans MS"/>
                <a:ea typeface="Comic Sans MS"/>
                <a:cs typeface="Comic Sans MS"/>
              </a:defRPr>
            </a:lvl4pPr>
            <a:lvl5pPr algn="ctr">
              <a:defRPr sz="2475" b="1" i="0">
                <a:solidFill>
                  <a:srgbClr val="101329"/>
                </a:solidFill>
                <a:latin typeface="Comic Sans MS"/>
                <a:ea typeface="Comic Sans MS"/>
                <a:cs typeface="Comic Sans MS"/>
              </a:defRPr>
            </a:lvl5pPr>
            <a:lvl6pPr algn="ctr">
              <a:defRPr sz="2475" b="1" i="0">
                <a:solidFill>
                  <a:srgbClr val="101329"/>
                </a:solidFill>
                <a:latin typeface="Comic Sans MS"/>
                <a:ea typeface="Comic Sans MS"/>
                <a:cs typeface="Comic Sans MS"/>
              </a:defRPr>
            </a:lvl6pPr>
            <a:lvl7pPr algn="ctr">
              <a:defRPr sz="2475" b="1" i="0">
                <a:solidFill>
                  <a:srgbClr val="101329"/>
                </a:solidFill>
                <a:latin typeface="Comic Sans MS"/>
                <a:ea typeface="Comic Sans MS"/>
                <a:cs typeface="Comic Sans MS"/>
              </a:defRPr>
            </a:lvl7pPr>
            <a:lvl8pPr algn="ctr">
              <a:defRPr sz="2475" b="1" i="0">
                <a:solidFill>
                  <a:srgbClr val="101329"/>
                </a:solidFill>
                <a:latin typeface="Comic Sans MS"/>
                <a:ea typeface="Comic Sans MS"/>
                <a:cs typeface="Comic Sans MS"/>
              </a:defRPr>
            </a:lvl8pPr>
            <a:lvl9pPr algn="ctr">
              <a:defRPr sz="2475" b="1" i="0">
                <a:solidFill>
                  <a:srgbClr val="101329"/>
                </a:solidFill>
                <a:latin typeface="Comic Sans MS"/>
                <a:ea typeface="Comic Sans MS"/>
                <a:cs typeface="Comic Sans MS"/>
              </a:defRPr>
            </a:lvl9pPr>
          </a:lstStyle>
          <a:p xmlns:a="http://schemas.openxmlformats.org/drawingml/2006/main">
            <a:pPr algn="ctr">
              <a:lnSpc>
                <a:spcPct val="102000"/>
              </a:lnSpc>
              <a:buNone/>
              <a:defRPr sz="2475" b="1" i="0">
                <a:solidFill>
                  <a:srgbClr val="101329"/>
                </a:solidFill>
                <a:latin typeface="Comic Sans MS"/>
                <a:ea typeface="Comic Sans MS"/>
                <a:cs typeface="Comic Sans MS"/>
              </a:defRPr>
            </a:pPr>
            <a:r>
              <a:rPr sz="2475" b="1" i="0">
                <a:solidFill>
                  <a:srgbClr val="101329"/>
                </a:solidFill>
                <a:latin typeface="Comic Sans MS"/>
                <a:ea typeface="Comic Sans MS"/>
                <a:cs typeface="Comic Sans MS"/>
              </a:rPr>
              <a:t>Blank correction</a:t>
            </a:r>
          </a:p>
        </p:txBody>
      </p:sp>
      <p:sp>
        <p:nvSpPr>
          <p:cNvPr id="61" name="TXT_calibration">
            <a:extLst xmlns:a="http://schemas.openxmlformats.org/drawingml/2006/main">
              <a:ext uri="{FF2B5EF4-FFF2-40B4-BE49-F238E27FC236}">
                <a16:creationId xmlns:a16="http://schemas.microsoft.com/office/drawing/2014/main" id="{A54E1ABE-7CD6-47B8-8826-8A7BAA7506A3}"/>
              </a:ext>
            </a:extLst>
          </p:cNvPr>
          <p:cNvSpPr>
            <a:spLocks xmlns:a="http://schemas.openxmlformats.org/drawingml/2006/main" noGrp="1"/>
          </p:cNvSpPr>
          <p:nvPr/>
        </p:nvSpPr>
        <p:spPr>
          <a:xfrm xmlns:a="http://schemas.openxmlformats.org/drawingml/2006/main">
            <a:off x="11306175" y="7667625"/>
            <a:ext cx="20764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i="0">
                <a:solidFill>
                  <a:srgbClr val="101329"/>
                </a:solidFill>
                <a:latin typeface="Comic Sans MS"/>
                <a:ea typeface="Comic Sans MS"/>
                <a:cs typeface="Comic Sans MS"/>
              </a:defRPr>
            </a:defPPr>
            <a:lvl1pPr algn="ctr">
              <a:defRPr sz="2025" b="1" i="0">
                <a:solidFill>
                  <a:srgbClr val="101329"/>
                </a:solidFill>
                <a:latin typeface="Comic Sans MS"/>
                <a:ea typeface="Comic Sans MS"/>
                <a:cs typeface="Comic Sans MS"/>
              </a:defRPr>
            </a:lvl1pPr>
            <a:lvl2pPr algn="ctr">
              <a:defRPr sz="2025" b="1" i="0">
                <a:solidFill>
                  <a:srgbClr val="101329"/>
                </a:solidFill>
                <a:latin typeface="Comic Sans MS"/>
                <a:ea typeface="Comic Sans MS"/>
                <a:cs typeface="Comic Sans MS"/>
              </a:defRPr>
            </a:lvl2pPr>
            <a:lvl3pPr algn="ctr">
              <a:defRPr sz="2025" b="1" i="0">
                <a:solidFill>
                  <a:srgbClr val="101329"/>
                </a:solidFill>
                <a:latin typeface="Comic Sans MS"/>
                <a:ea typeface="Comic Sans MS"/>
                <a:cs typeface="Comic Sans MS"/>
              </a:defRPr>
            </a:lvl3pPr>
            <a:lvl4pPr algn="ctr">
              <a:defRPr sz="2025" b="1" i="0">
                <a:solidFill>
                  <a:srgbClr val="101329"/>
                </a:solidFill>
                <a:latin typeface="Comic Sans MS"/>
                <a:ea typeface="Comic Sans MS"/>
                <a:cs typeface="Comic Sans MS"/>
              </a:defRPr>
            </a:lvl4pPr>
            <a:lvl5pPr algn="ctr">
              <a:defRPr sz="2025" b="1" i="0">
                <a:solidFill>
                  <a:srgbClr val="101329"/>
                </a:solidFill>
                <a:latin typeface="Comic Sans MS"/>
                <a:ea typeface="Comic Sans MS"/>
                <a:cs typeface="Comic Sans MS"/>
              </a:defRPr>
            </a:lvl5pPr>
            <a:lvl6pPr algn="ctr">
              <a:defRPr sz="2025" b="1" i="0">
                <a:solidFill>
                  <a:srgbClr val="101329"/>
                </a:solidFill>
                <a:latin typeface="Comic Sans MS"/>
                <a:ea typeface="Comic Sans MS"/>
                <a:cs typeface="Comic Sans MS"/>
              </a:defRPr>
            </a:lvl6pPr>
            <a:lvl7pPr algn="ctr">
              <a:defRPr sz="2025" b="1" i="0">
                <a:solidFill>
                  <a:srgbClr val="101329"/>
                </a:solidFill>
                <a:latin typeface="Comic Sans MS"/>
                <a:ea typeface="Comic Sans MS"/>
                <a:cs typeface="Comic Sans MS"/>
              </a:defRPr>
            </a:lvl7pPr>
            <a:lvl8pPr algn="ctr">
              <a:defRPr sz="2025" b="1" i="0">
                <a:solidFill>
                  <a:srgbClr val="101329"/>
                </a:solidFill>
                <a:latin typeface="Comic Sans MS"/>
                <a:ea typeface="Comic Sans MS"/>
                <a:cs typeface="Comic Sans MS"/>
              </a:defRPr>
            </a:lvl8pPr>
            <a:lvl9pPr algn="ctr">
              <a:defRPr sz="2025" b="1" i="0">
                <a:solidFill>
                  <a:srgbClr val="101329"/>
                </a:solidFill>
                <a:latin typeface="Comic Sans MS"/>
                <a:ea typeface="Comic Sans MS"/>
                <a:cs typeface="Comic Sans MS"/>
              </a:defRPr>
            </a:lvl9pPr>
          </a:lstStyle>
          <a:p xmlns:a="http://schemas.openxmlformats.org/drawingml/2006/main">
            <a:pPr algn="ctr">
              <a:lnSpc>
                <a:spcPct val="102000"/>
              </a:lnSpc>
              <a:buNone/>
              <a:defRPr sz="2025" b="1" i="0">
                <a:solidFill>
                  <a:srgbClr val="101329"/>
                </a:solidFill>
                <a:latin typeface="Comic Sans MS"/>
                <a:ea typeface="Comic Sans MS"/>
                <a:cs typeface="Comic Sans MS"/>
              </a:defRPr>
            </a:pPr>
            <a:r>
              <a:rPr sz="2025" b="1" i="0">
                <a:solidFill>
                  <a:srgbClr val="101329"/>
                </a:solidFill>
                <a:latin typeface="Comic Sans MS"/>
                <a:ea typeface="Comic Sans MS"/>
                <a:cs typeface="Comic Sans MS"/>
              </a:rPr>
              <a:t>Calibration</a:t>
            </a:r>
          </a:p>
          <a:p xmlns:a="http://schemas.openxmlformats.org/drawingml/2006/main">
            <a:pPr algn="ctr">
              <a:lnSpc>
                <a:spcPct val="102000"/>
              </a:lnSpc>
              <a:buNone/>
              <a:defRPr sz="2025" b="1" i="0">
                <a:solidFill>
                  <a:srgbClr val="101329"/>
                </a:solidFill>
                <a:latin typeface="Comic Sans MS"/>
                <a:ea typeface="Comic Sans MS"/>
                <a:cs typeface="Comic Sans MS"/>
              </a:defRPr>
            </a:pPr>
            <a:r>
              <a:rPr sz="2025" b="1" i="0">
                <a:solidFill>
                  <a:srgbClr val="101329"/>
                </a:solidFill>
                <a:latin typeface="Comic Sans MS"/>
                <a:ea typeface="Comic Sans MS"/>
                <a:cs typeface="Comic Sans MS"/>
              </a:rPr>
              <a:t>from standards</a:t>
            </a:r>
          </a:p>
        </p:txBody>
      </p:sp>
      <p:sp>
        <p:nvSpPr>
          <p:cNvPr id="62" name="TXT_estimate">
            <a:extLst xmlns:a="http://schemas.openxmlformats.org/drawingml/2006/main">
              <a:ext uri="{FF2B5EF4-FFF2-40B4-BE49-F238E27FC236}">
                <a16:creationId xmlns:a16="http://schemas.microsoft.com/office/drawing/2014/main" id="{4A58F1C8-8BDD-433D-865C-43C279278B1A}"/>
              </a:ext>
            </a:extLst>
          </p:cNvPr>
          <p:cNvSpPr>
            <a:spLocks xmlns:a="http://schemas.openxmlformats.org/drawingml/2006/main" noGrp="1"/>
          </p:cNvSpPr>
          <p:nvPr/>
        </p:nvSpPr>
        <p:spPr>
          <a:xfrm xmlns:a="http://schemas.openxmlformats.org/drawingml/2006/main">
            <a:off x="13744575" y="7667625"/>
            <a:ext cx="20669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i="0">
                <a:solidFill>
                  <a:srgbClr val="101329"/>
                </a:solidFill>
                <a:latin typeface="Comic Sans MS"/>
                <a:ea typeface="Comic Sans MS"/>
                <a:cs typeface="Comic Sans MS"/>
              </a:defRPr>
            </a:defPPr>
            <a:lvl1pPr algn="ctr">
              <a:defRPr sz="2025" b="1" i="0">
                <a:solidFill>
                  <a:srgbClr val="101329"/>
                </a:solidFill>
                <a:latin typeface="Comic Sans MS"/>
                <a:ea typeface="Comic Sans MS"/>
                <a:cs typeface="Comic Sans MS"/>
              </a:defRPr>
            </a:lvl1pPr>
            <a:lvl2pPr algn="ctr">
              <a:defRPr sz="2025" b="1" i="0">
                <a:solidFill>
                  <a:srgbClr val="101329"/>
                </a:solidFill>
                <a:latin typeface="Comic Sans MS"/>
                <a:ea typeface="Comic Sans MS"/>
                <a:cs typeface="Comic Sans MS"/>
              </a:defRPr>
            </a:lvl2pPr>
            <a:lvl3pPr algn="ctr">
              <a:defRPr sz="2025" b="1" i="0">
                <a:solidFill>
                  <a:srgbClr val="101329"/>
                </a:solidFill>
                <a:latin typeface="Comic Sans MS"/>
                <a:ea typeface="Comic Sans MS"/>
                <a:cs typeface="Comic Sans MS"/>
              </a:defRPr>
            </a:lvl3pPr>
            <a:lvl4pPr algn="ctr">
              <a:defRPr sz="2025" b="1" i="0">
                <a:solidFill>
                  <a:srgbClr val="101329"/>
                </a:solidFill>
                <a:latin typeface="Comic Sans MS"/>
                <a:ea typeface="Comic Sans MS"/>
                <a:cs typeface="Comic Sans MS"/>
              </a:defRPr>
            </a:lvl4pPr>
            <a:lvl5pPr algn="ctr">
              <a:defRPr sz="2025" b="1" i="0">
                <a:solidFill>
                  <a:srgbClr val="101329"/>
                </a:solidFill>
                <a:latin typeface="Comic Sans MS"/>
                <a:ea typeface="Comic Sans MS"/>
                <a:cs typeface="Comic Sans MS"/>
              </a:defRPr>
            </a:lvl5pPr>
            <a:lvl6pPr algn="ctr">
              <a:defRPr sz="2025" b="1" i="0">
                <a:solidFill>
                  <a:srgbClr val="101329"/>
                </a:solidFill>
                <a:latin typeface="Comic Sans MS"/>
                <a:ea typeface="Comic Sans MS"/>
                <a:cs typeface="Comic Sans MS"/>
              </a:defRPr>
            </a:lvl6pPr>
            <a:lvl7pPr algn="ctr">
              <a:defRPr sz="2025" b="1" i="0">
                <a:solidFill>
                  <a:srgbClr val="101329"/>
                </a:solidFill>
                <a:latin typeface="Comic Sans MS"/>
                <a:ea typeface="Comic Sans MS"/>
                <a:cs typeface="Comic Sans MS"/>
              </a:defRPr>
            </a:lvl7pPr>
            <a:lvl8pPr algn="ctr">
              <a:defRPr sz="2025" b="1" i="0">
                <a:solidFill>
                  <a:srgbClr val="101329"/>
                </a:solidFill>
                <a:latin typeface="Comic Sans MS"/>
                <a:ea typeface="Comic Sans MS"/>
                <a:cs typeface="Comic Sans MS"/>
              </a:defRPr>
            </a:lvl8pPr>
            <a:lvl9pPr algn="ctr">
              <a:defRPr sz="2025" b="1" i="0">
                <a:solidFill>
                  <a:srgbClr val="101329"/>
                </a:solidFill>
                <a:latin typeface="Comic Sans MS"/>
                <a:ea typeface="Comic Sans MS"/>
                <a:cs typeface="Comic Sans MS"/>
              </a:defRPr>
            </a:lvl9pPr>
          </a:lstStyle>
          <a:p xmlns:a="http://schemas.openxmlformats.org/drawingml/2006/main">
            <a:pPr algn="ctr">
              <a:lnSpc>
                <a:spcPct val="102000"/>
              </a:lnSpc>
              <a:buNone/>
              <a:defRPr sz="2025" b="1" i="0">
                <a:solidFill>
                  <a:srgbClr val="101329"/>
                </a:solidFill>
                <a:latin typeface="Comic Sans MS"/>
                <a:ea typeface="Comic Sans MS"/>
                <a:cs typeface="Comic Sans MS"/>
              </a:defRPr>
            </a:pPr>
            <a:r>
              <a:rPr sz="2025" b="1" i="0">
                <a:solidFill>
                  <a:srgbClr val="101329"/>
                </a:solidFill>
                <a:latin typeface="Comic Sans MS"/>
                <a:ea typeface="Comic Sans MS"/>
                <a:cs typeface="Comic Sans MS"/>
              </a:rPr>
              <a:t>Estimate</a:t>
            </a:r>
          </a:p>
          <a:p xmlns:a="http://schemas.openxmlformats.org/drawingml/2006/main">
            <a:pPr algn="ctr">
              <a:lnSpc>
                <a:spcPct val="102000"/>
              </a:lnSpc>
              <a:buNone/>
              <a:defRPr sz="2025" b="1" i="0">
                <a:solidFill>
                  <a:srgbClr val="101329"/>
                </a:solidFill>
                <a:latin typeface="Comic Sans MS"/>
                <a:ea typeface="Comic Sans MS"/>
                <a:cs typeface="Comic Sans MS"/>
              </a:defRPr>
            </a:pPr>
            <a:r>
              <a:rPr sz="2025" b="1" i="0">
                <a:solidFill>
                  <a:srgbClr val="101329"/>
                </a:solidFill>
                <a:latin typeface="Comic Sans MS"/>
                <a:ea typeface="Comic Sans MS"/>
                <a:cs typeface="Comic Sans MS"/>
              </a:rPr>
              <a:t>protein amount</a:t>
            </a:r>
          </a:p>
        </p:txBody>
      </p:sp>
      <p:sp>
        <p:nvSpPr>
          <p:cNvPr id="63" name="TXT_A_corrected_base">
            <a:extLst xmlns:a="http://schemas.openxmlformats.org/drawingml/2006/main">
              <a:ext uri="{FF2B5EF4-FFF2-40B4-BE49-F238E27FC236}">
                <a16:creationId xmlns:a16="http://schemas.microsoft.com/office/drawing/2014/main" id="{988C79DC-108B-4DE9-A020-71167A77530F}"/>
              </a:ext>
            </a:extLst>
          </p:cNvPr>
          <p:cNvSpPr>
            <a:spLocks xmlns:a="http://schemas.openxmlformats.org/drawingml/2006/main" noGrp="1"/>
          </p:cNvSpPr>
          <p:nvPr/>
        </p:nvSpPr>
        <p:spPr>
          <a:xfrm xmlns:a="http://schemas.openxmlformats.org/drawingml/2006/main">
            <a:off x="11658600" y="6181725"/>
            <a:ext cx="219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1">
                <a:solidFill>
                  <a:srgbClr val="101329"/>
                </a:solidFill>
                <a:latin typeface="Times New Roman"/>
                <a:ea typeface="Times New Roman"/>
                <a:cs typeface="Times New Roman"/>
              </a:defRPr>
            </a:defPPr>
            <a:lvl1pPr algn="l">
              <a:defRPr sz="2400" b="0" i="1">
                <a:solidFill>
                  <a:srgbClr val="101329"/>
                </a:solidFill>
                <a:latin typeface="Times New Roman"/>
                <a:ea typeface="Times New Roman"/>
                <a:cs typeface="Times New Roman"/>
              </a:defRPr>
            </a:lvl1pPr>
            <a:lvl2pPr algn="l">
              <a:defRPr sz="2400" b="0" i="1">
                <a:solidFill>
                  <a:srgbClr val="101329"/>
                </a:solidFill>
                <a:latin typeface="Times New Roman"/>
                <a:ea typeface="Times New Roman"/>
                <a:cs typeface="Times New Roman"/>
              </a:defRPr>
            </a:lvl2pPr>
            <a:lvl3pPr algn="l">
              <a:defRPr sz="2400" b="0" i="1">
                <a:solidFill>
                  <a:srgbClr val="101329"/>
                </a:solidFill>
                <a:latin typeface="Times New Roman"/>
                <a:ea typeface="Times New Roman"/>
                <a:cs typeface="Times New Roman"/>
              </a:defRPr>
            </a:lvl3pPr>
            <a:lvl4pPr algn="l">
              <a:defRPr sz="2400" b="0" i="1">
                <a:solidFill>
                  <a:srgbClr val="101329"/>
                </a:solidFill>
                <a:latin typeface="Times New Roman"/>
                <a:ea typeface="Times New Roman"/>
                <a:cs typeface="Times New Roman"/>
              </a:defRPr>
            </a:lvl4pPr>
            <a:lvl5pPr algn="l">
              <a:defRPr sz="2400" b="0" i="1">
                <a:solidFill>
                  <a:srgbClr val="101329"/>
                </a:solidFill>
                <a:latin typeface="Times New Roman"/>
                <a:ea typeface="Times New Roman"/>
                <a:cs typeface="Times New Roman"/>
              </a:defRPr>
            </a:lvl5pPr>
            <a:lvl6pPr algn="l">
              <a:defRPr sz="2400" b="0" i="1">
                <a:solidFill>
                  <a:srgbClr val="101329"/>
                </a:solidFill>
                <a:latin typeface="Times New Roman"/>
                <a:ea typeface="Times New Roman"/>
                <a:cs typeface="Times New Roman"/>
              </a:defRPr>
            </a:lvl6pPr>
            <a:lvl7pPr algn="l">
              <a:defRPr sz="2400" b="0" i="1">
                <a:solidFill>
                  <a:srgbClr val="101329"/>
                </a:solidFill>
                <a:latin typeface="Times New Roman"/>
                <a:ea typeface="Times New Roman"/>
                <a:cs typeface="Times New Roman"/>
              </a:defRPr>
            </a:lvl7pPr>
            <a:lvl8pPr algn="l">
              <a:defRPr sz="2400" b="0" i="1">
                <a:solidFill>
                  <a:srgbClr val="101329"/>
                </a:solidFill>
                <a:latin typeface="Times New Roman"/>
                <a:ea typeface="Times New Roman"/>
                <a:cs typeface="Times New Roman"/>
              </a:defRPr>
            </a:lvl8pPr>
            <a:lvl9pPr algn="l">
              <a:defRPr sz="2400" b="0" i="1">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1">
                <a:solidFill>
                  <a:srgbClr val="101329"/>
                </a:solidFill>
                <a:latin typeface="Times New Roman"/>
                <a:ea typeface="Times New Roman"/>
                <a:cs typeface="Times New Roman"/>
              </a:defRPr>
            </a:pPr>
            <a:r>
              <a:rPr sz="2400" b="0" i="1">
                <a:solidFill>
                  <a:srgbClr val="101329"/>
                </a:solidFill>
                <a:latin typeface="Times New Roman"/>
                <a:ea typeface="Times New Roman"/>
                <a:cs typeface="Times New Roman"/>
              </a:rPr>
              <a:t>A</a:t>
            </a:r>
          </a:p>
        </p:txBody>
      </p:sp>
      <p:sp>
        <p:nvSpPr>
          <p:cNvPr id="64" name="TXT_A_corrected_sub">
            <a:extLst xmlns:a="http://schemas.openxmlformats.org/drawingml/2006/main">
              <a:ext uri="{FF2B5EF4-FFF2-40B4-BE49-F238E27FC236}">
                <a16:creationId xmlns:a16="http://schemas.microsoft.com/office/drawing/2014/main" id="{1192153D-E7D8-4764-8B8E-AC7AB8CD35F2}"/>
              </a:ext>
            </a:extLst>
          </p:cNvPr>
          <p:cNvSpPr>
            <a:spLocks xmlns:a="http://schemas.openxmlformats.org/drawingml/2006/main" noGrp="1"/>
          </p:cNvSpPr>
          <p:nvPr/>
        </p:nvSpPr>
        <p:spPr>
          <a:xfrm xmlns:a="http://schemas.openxmlformats.org/drawingml/2006/main">
            <a:off x="11877675" y="6400800"/>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i="0">
                <a:solidFill>
                  <a:srgbClr val="101329"/>
                </a:solidFill>
                <a:latin typeface="Times New Roman"/>
                <a:ea typeface="Times New Roman"/>
                <a:cs typeface="Times New Roman"/>
              </a:defRPr>
            </a:defPPr>
            <a:lvl1pPr algn="l">
              <a:defRPr sz="1575" b="0" i="0">
                <a:solidFill>
                  <a:srgbClr val="101329"/>
                </a:solidFill>
                <a:latin typeface="Times New Roman"/>
                <a:ea typeface="Times New Roman"/>
                <a:cs typeface="Times New Roman"/>
              </a:defRPr>
            </a:lvl1pPr>
            <a:lvl2pPr algn="l">
              <a:defRPr sz="1575" b="0" i="0">
                <a:solidFill>
                  <a:srgbClr val="101329"/>
                </a:solidFill>
                <a:latin typeface="Times New Roman"/>
                <a:ea typeface="Times New Roman"/>
                <a:cs typeface="Times New Roman"/>
              </a:defRPr>
            </a:lvl2pPr>
            <a:lvl3pPr algn="l">
              <a:defRPr sz="1575" b="0" i="0">
                <a:solidFill>
                  <a:srgbClr val="101329"/>
                </a:solidFill>
                <a:latin typeface="Times New Roman"/>
                <a:ea typeface="Times New Roman"/>
                <a:cs typeface="Times New Roman"/>
              </a:defRPr>
            </a:lvl3pPr>
            <a:lvl4pPr algn="l">
              <a:defRPr sz="1575" b="0" i="0">
                <a:solidFill>
                  <a:srgbClr val="101329"/>
                </a:solidFill>
                <a:latin typeface="Times New Roman"/>
                <a:ea typeface="Times New Roman"/>
                <a:cs typeface="Times New Roman"/>
              </a:defRPr>
            </a:lvl4pPr>
            <a:lvl5pPr algn="l">
              <a:defRPr sz="1575" b="0" i="0">
                <a:solidFill>
                  <a:srgbClr val="101329"/>
                </a:solidFill>
                <a:latin typeface="Times New Roman"/>
                <a:ea typeface="Times New Roman"/>
                <a:cs typeface="Times New Roman"/>
              </a:defRPr>
            </a:lvl5pPr>
            <a:lvl6pPr algn="l">
              <a:defRPr sz="1575" b="0" i="0">
                <a:solidFill>
                  <a:srgbClr val="101329"/>
                </a:solidFill>
                <a:latin typeface="Times New Roman"/>
                <a:ea typeface="Times New Roman"/>
                <a:cs typeface="Times New Roman"/>
              </a:defRPr>
            </a:lvl6pPr>
            <a:lvl7pPr algn="l">
              <a:defRPr sz="1575" b="0" i="0">
                <a:solidFill>
                  <a:srgbClr val="101329"/>
                </a:solidFill>
                <a:latin typeface="Times New Roman"/>
                <a:ea typeface="Times New Roman"/>
                <a:cs typeface="Times New Roman"/>
              </a:defRPr>
            </a:lvl7pPr>
            <a:lvl8pPr algn="l">
              <a:defRPr sz="1575" b="0" i="0">
                <a:solidFill>
                  <a:srgbClr val="101329"/>
                </a:solidFill>
                <a:latin typeface="Times New Roman"/>
                <a:ea typeface="Times New Roman"/>
                <a:cs typeface="Times New Roman"/>
              </a:defRPr>
            </a:lvl8pPr>
            <a:lvl9pPr algn="l">
              <a:defRPr sz="1575" b="0" i="0">
                <a:solidFill>
                  <a:srgbClr val="101329"/>
                </a:solidFill>
                <a:latin typeface="Times New Roman"/>
                <a:ea typeface="Times New Roman"/>
                <a:cs typeface="Times New Roman"/>
              </a:defRPr>
            </a:lvl9pPr>
          </a:lstStyle>
          <a:p xmlns:a="http://schemas.openxmlformats.org/drawingml/2006/main">
            <a:pPr algn="l">
              <a:lnSpc>
                <a:spcPct val="102000"/>
              </a:lnSpc>
              <a:buNone/>
              <a:defRPr sz="1575" b="0" i="0">
                <a:solidFill>
                  <a:srgbClr val="101329"/>
                </a:solidFill>
                <a:latin typeface="Times New Roman"/>
                <a:ea typeface="Times New Roman"/>
                <a:cs typeface="Times New Roman"/>
              </a:defRPr>
            </a:pPr>
            <a:r>
              <a:rPr sz="1575" b="0" i="0">
                <a:solidFill>
                  <a:srgbClr val="101329"/>
                </a:solidFill>
                <a:latin typeface="Times New Roman"/>
                <a:ea typeface="Times New Roman"/>
                <a:cs typeface="Times New Roman"/>
              </a:rPr>
              <a:t>corrected</a:t>
            </a:r>
          </a:p>
        </p:txBody>
      </p:sp>
      <p:sp>
        <p:nvSpPr>
          <p:cNvPr id="65" name="TXT_equals">
            <a:extLst xmlns:a="http://schemas.openxmlformats.org/drawingml/2006/main">
              <a:ext uri="{FF2B5EF4-FFF2-40B4-BE49-F238E27FC236}">
                <a16:creationId xmlns:a16="http://schemas.microsoft.com/office/drawing/2014/main" id="{051792A4-D9F4-43BE-88A7-A9F4F45E873D}"/>
              </a:ext>
            </a:extLst>
          </p:cNvPr>
          <p:cNvSpPr>
            <a:spLocks xmlns:a="http://schemas.openxmlformats.org/drawingml/2006/main" noGrp="1"/>
          </p:cNvSpPr>
          <p:nvPr/>
        </p:nvSpPr>
        <p:spPr>
          <a:xfrm xmlns:a="http://schemas.openxmlformats.org/drawingml/2006/main">
            <a:off x="12725400" y="618172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0">
                <a:solidFill>
                  <a:srgbClr val="101329"/>
                </a:solidFill>
                <a:latin typeface="Times New Roman"/>
                <a:ea typeface="Times New Roman"/>
                <a:cs typeface="Times New Roman"/>
              </a:defRPr>
            </a:defPPr>
            <a:lvl1pPr algn="l">
              <a:defRPr sz="2400" b="0" i="0">
                <a:solidFill>
                  <a:srgbClr val="101329"/>
                </a:solidFill>
                <a:latin typeface="Times New Roman"/>
                <a:ea typeface="Times New Roman"/>
                <a:cs typeface="Times New Roman"/>
              </a:defRPr>
            </a:lvl1pPr>
            <a:lvl2pPr algn="l">
              <a:defRPr sz="2400" b="0" i="0">
                <a:solidFill>
                  <a:srgbClr val="101329"/>
                </a:solidFill>
                <a:latin typeface="Times New Roman"/>
                <a:ea typeface="Times New Roman"/>
                <a:cs typeface="Times New Roman"/>
              </a:defRPr>
            </a:lvl2pPr>
            <a:lvl3pPr algn="l">
              <a:defRPr sz="2400" b="0" i="0">
                <a:solidFill>
                  <a:srgbClr val="101329"/>
                </a:solidFill>
                <a:latin typeface="Times New Roman"/>
                <a:ea typeface="Times New Roman"/>
                <a:cs typeface="Times New Roman"/>
              </a:defRPr>
            </a:lvl3pPr>
            <a:lvl4pPr algn="l">
              <a:defRPr sz="2400" b="0" i="0">
                <a:solidFill>
                  <a:srgbClr val="101329"/>
                </a:solidFill>
                <a:latin typeface="Times New Roman"/>
                <a:ea typeface="Times New Roman"/>
                <a:cs typeface="Times New Roman"/>
              </a:defRPr>
            </a:lvl4pPr>
            <a:lvl5pPr algn="l">
              <a:defRPr sz="2400" b="0" i="0">
                <a:solidFill>
                  <a:srgbClr val="101329"/>
                </a:solidFill>
                <a:latin typeface="Times New Roman"/>
                <a:ea typeface="Times New Roman"/>
                <a:cs typeface="Times New Roman"/>
              </a:defRPr>
            </a:lvl5pPr>
            <a:lvl6pPr algn="l">
              <a:defRPr sz="2400" b="0" i="0">
                <a:solidFill>
                  <a:srgbClr val="101329"/>
                </a:solidFill>
                <a:latin typeface="Times New Roman"/>
                <a:ea typeface="Times New Roman"/>
                <a:cs typeface="Times New Roman"/>
              </a:defRPr>
            </a:lvl6pPr>
            <a:lvl7pPr algn="l">
              <a:defRPr sz="2400" b="0" i="0">
                <a:solidFill>
                  <a:srgbClr val="101329"/>
                </a:solidFill>
                <a:latin typeface="Times New Roman"/>
                <a:ea typeface="Times New Roman"/>
                <a:cs typeface="Times New Roman"/>
              </a:defRPr>
            </a:lvl7pPr>
            <a:lvl8pPr algn="l">
              <a:defRPr sz="2400" b="0" i="0">
                <a:solidFill>
                  <a:srgbClr val="101329"/>
                </a:solidFill>
                <a:latin typeface="Times New Roman"/>
                <a:ea typeface="Times New Roman"/>
                <a:cs typeface="Times New Roman"/>
              </a:defRPr>
            </a:lvl8pPr>
            <a:lvl9pPr algn="l">
              <a:defRPr sz="2400" b="0" i="0">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0">
                <a:solidFill>
                  <a:srgbClr val="101329"/>
                </a:solidFill>
                <a:latin typeface="Times New Roman"/>
                <a:ea typeface="Times New Roman"/>
                <a:cs typeface="Times New Roman"/>
              </a:defRPr>
            </a:pPr>
            <a:r>
              <a:rPr sz="2400" b="0" i="0">
                <a:solidFill>
                  <a:srgbClr val="101329"/>
                </a:solidFill>
                <a:latin typeface="Times New Roman"/>
                <a:ea typeface="Times New Roman"/>
                <a:cs typeface="Times New Roman"/>
              </a:rPr>
              <a:t>=</a:t>
            </a:r>
          </a:p>
        </p:txBody>
      </p:sp>
      <p:sp>
        <p:nvSpPr>
          <p:cNvPr id="66" name="TXT_A_sample_base">
            <a:extLst xmlns:a="http://schemas.openxmlformats.org/drawingml/2006/main">
              <a:ext uri="{FF2B5EF4-FFF2-40B4-BE49-F238E27FC236}">
                <a16:creationId xmlns:a16="http://schemas.microsoft.com/office/drawing/2014/main" id="{A8104980-8D9E-4E92-A2E5-E808C2B5FF80}"/>
              </a:ext>
            </a:extLst>
          </p:cNvPr>
          <p:cNvSpPr>
            <a:spLocks xmlns:a="http://schemas.openxmlformats.org/drawingml/2006/main" noGrp="1"/>
          </p:cNvSpPr>
          <p:nvPr/>
        </p:nvSpPr>
        <p:spPr>
          <a:xfrm xmlns:a="http://schemas.openxmlformats.org/drawingml/2006/main">
            <a:off x="13030200" y="6181725"/>
            <a:ext cx="219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1">
                <a:solidFill>
                  <a:srgbClr val="101329"/>
                </a:solidFill>
                <a:latin typeface="Times New Roman"/>
                <a:ea typeface="Times New Roman"/>
                <a:cs typeface="Times New Roman"/>
              </a:defRPr>
            </a:defPPr>
            <a:lvl1pPr algn="l">
              <a:defRPr sz="2400" b="0" i="1">
                <a:solidFill>
                  <a:srgbClr val="101329"/>
                </a:solidFill>
                <a:latin typeface="Times New Roman"/>
                <a:ea typeface="Times New Roman"/>
                <a:cs typeface="Times New Roman"/>
              </a:defRPr>
            </a:lvl1pPr>
            <a:lvl2pPr algn="l">
              <a:defRPr sz="2400" b="0" i="1">
                <a:solidFill>
                  <a:srgbClr val="101329"/>
                </a:solidFill>
                <a:latin typeface="Times New Roman"/>
                <a:ea typeface="Times New Roman"/>
                <a:cs typeface="Times New Roman"/>
              </a:defRPr>
            </a:lvl2pPr>
            <a:lvl3pPr algn="l">
              <a:defRPr sz="2400" b="0" i="1">
                <a:solidFill>
                  <a:srgbClr val="101329"/>
                </a:solidFill>
                <a:latin typeface="Times New Roman"/>
                <a:ea typeface="Times New Roman"/>
                <a:cs typeface="Times New Roman"/>
              </a:defRPr>
            </a:lvl3pPr>
            <a:lvl4pPr algn="l">
              <a:defRPr sz="2400" b="0" i="1">
                <a:solidFill>
                  <a:srgbClr val="101329"/>
                </a:solidFill>
                <a:latin typeface="Times New Roman"/>
                <a:ea typeface="Times New Roman"/>
                <a:cs typeface="Times New Roman"/>
              </a:defRPr>
            </a:lvl4pPr>
            <a:lvl5pPr algn="l">
              <a:defRPr sz="2400" b="0" i="1">
                <a:solidFill>
                  <a:srgbClr val="101329"/>
                </a:solidFill>
                <a:latin typeface="Times New Roman"/>
                <a:ea typeface="Times New Roman"/>
                <a:cs typeface="Times New Roman"/>
              </a:defRPr>
            </a:lvl5pPr>
            <a:lvl6pPr algn="l">
              <a:defRPr sz="2400" b="0" i="1">
                <a:solidFill>
                  <a:srgbClr val="101329"/>
                </a:solidFill>
                <a:latin typeface="Times New Roman"/>
                <a:ea typeface="Times New Roman"/>
                <a:cs typeface="Times New Roman"/>
              </a:defRPr>
            </a:lvl6pPr>
            <a:lvl7pPr algn="l">
              <a:defRPr sz="2400" b="0" i="1">
                <a:solidFill>
                  <a:srgbClr val="101329"/>
                </a:solidFill>
                <a:latin typeface="Times New Roman"/>
                <a:ea typeface="Times New Roman"/>
                <a:cs typeface="Times New Roman"/>
              </a:defRPr>
            </a:lvl7pPr>
            <a:lvl8pPr algn="l">
              <a:defRPr sz="2400" b="0" i="1">
                <a:solidFill>
                  <a:srgbClr val="101329"/>
                </a:solidFill>
                <a:latin typeface="Times New Roman"/>
                <a:ea typeface="Times New Roman"/>
                <a:cs typeface="Times New Roman"/>
              </a:defRPr>
            </a:lvl8pPr>
            <a:lvl9pPr algn="l">
              <a:defRPr sz="2400" b="0" i="1">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1">
                <a:solidFill>
                  <a:srgbClr val="101329"/>
                </a:solidFill>
                <a:latin typeface="Times New Roman"/>
                <a:ea typeface="Times New Roman"/>
                <a:cs typeface="Times New Roman"/>
              </a:defRPr>
            </a:pPr>
            <a:r>
              <a:rPr sz="2400" b="0" i="1">
                <a:solidFill>
                  <a:srgbClr val="101329"/>
                </a:solidFill>
                <a:latin typeface="Times New Roman"/>
                <a:ea typeface="Times New Roman"/>
                <a:cs typeface="Times New Roman"/>
              </a:rPr>
              <a:t>A</a:t>
            </a:r>
          </a:p>
        </p:txBody>
      </p:sp>
      <p:sp>
        <p:nvSpPr>
          <p:cNvPr id="67" name="TXT_A_sample_sub">
            <a:extLst xmlns:a="http://schemas.openxmlformats.org/drawingml/2006/main">
              <a:ext uri="{FF2B5EF4-FFF2-40B4-BE49-F238E27FC236}">
                <a16:creationId xmlns:a16="http://schemas.microsoft.com/office/drawing/2014/main" id="{9F25FA04-069D-406A-B2CF-8D7BFF0F054A}"/>
              </a:ext>
            </a:extLst>
          </p:cNvPr>
          <p:cNvSpPr>
            <a:spLocks xmlns:a="http://schemas.openxmlformats.org/drawingml/2006/main" noGrp="1"/>
          </p:cNvSpPr>
          <p:nvPr/>
        </p:nvSpPr>
        <p:spPr>
          <a:xfrm xmlns:a="http://schemas.openxmlformats.org/drawingml/2006/main">
            <a:off x="13249275" y="64008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i="0">
                <a:solidFill>
                  <a:srgbClr val="101329"/>
                </a:solidFill>
                <a:latin typeface="Times New Roman"/>
                <a:ea typeface="Times New Roman"/>
                <a:cs typeface="Times New Roman"/>
              </a:defRPr>
            </a:defPPr>
            <a:lvl1pPr algn="l">
              <a:defRPr sz="1575" b="0" i="0">
                <a:solidFill>
                  <a:srgbClr val="101329"/>
                </a:solidFill>
                <a:latin typeface="Times New Roman"/>
                <a:ea typeface="Times New Roman"/>
                <a:cs typeface="Times New Roman"/>
              </a:defRPr>
            </a:lvl1pPr>
            <a:lvl2pPr algn="l">
              <a:defRPr sz="1575" b="0" i="0">
                <a:solidFill>
                  <a:srgbClr val="101329"/>
                </a:solidFill>
                <a:latin typeface="Times New Roman"/>
                <a:ea typeface="Times New Roman"/>
                <a:cs typeface="Times New Roman"/>
              </a:defRPr>
            </a:lvl2pPr>
            <a:lvl3pPr algn="l">
              <a:defRPr sz="1575" b="0" i="0">
                <a:solidFill>
                  <a:srgbClr val="101329"/>
                </a:solidFill>
                <a:latin typeface="Times New Roman"/>
                <a:ea typeface="Times New Roman"/>
                <a:cs typeface="Times New Roman"/>
              </a:defRPr>
            </a:lvl3pPr>
            <a:lvl4pPr algn="l">
              <a:defRPr sz="1575" b="0" i="0">
                <a:solidFill>
                  <a:srgbClr val="101329"/>
                </a:solidFill>
                <a:latin typeface="Times New Roman"/>
                <a:ea typeface="Times New Roman"/>
                <a:cs typeface="Times New Roman"/>
              </a:defRPr>
            </a:lvl4pPr>
            <a:lvl5pPr algn="l">
              <a:defRPr sz="1575" b="0" i="0">
                <a:solidFill>
                  <a:srgbClr val="101329"/>
                </a:solidFill>
                <a:latin typeface="Times New Roman"/>
                <a:ea typeface="Times New Roman"/>
                <a:cs typeface="Times New Roman"/>
              </a:defRPr>
            </a:lvl5pPr>
            <a:lvl6pPr algn="l">
              <a:defRPr sz="1575" b="0" i="0">
                <a:solidFill>
                  <a:srgbClr val="101329"/>
                </a:solidFill>
                <a:latin typeface="Times New Roman"/>
                <a:ea typeface="Times New Roman"/>
                <a:cs typeface="Times New Roman"/>
              </a:defRPr>
            </a:lvl6pPr>
            <a:lvl7pPr algn="l">
              <a:defRPr sz="1575" b="0" i="0">
                <a:solidFill>
                  <a:srgbClr val="101329"/>
                </a:solidFill>
                <a:latin typeface="Times New Roman"/>
                <a:ea typeface="Times New Roman"/>
                <a:cs typeface="Times New Roman"/>
              </a:defRPr>
            </a:lvl7pPr>
            <a:lvl8pPr algn="l">
              <a:defRPr sz="1575" b="0" i="0">
                <a:solidFill>
                  <a:srgbClr val="101329"/>
                </a:solidFill>
                <a:latin typeface="Times New Roman"/>
                <a:ea typeface="Times New Roman"/>
                <a:cs typeface="Times New Roman"/>
              </a:defRPr>
            </a:lvl8pPr>
            <a:lvl9pPr algn="l">
              <a:defRPr sz="1575" b="0" i="0">
                <a:solidFill>
                  <a:srgbClr val="101329"/>
                </a:solidFill>
                <a:latin typeface="Times New Roman"/>
                <a:ea typeface="Times New Roman"/>
                <a:cs typeface="Times New Roman"/>
              </a:defRPr>
            </a:lvl9pPr>
          </a:lstStyle>
          <a:p xmlns:a="http://schemas.openxmlformats.org/drawingml/2006/main">
            <a:pPr algn="l">
              <a:lnSpc>
                <a:spcPct val="102000"/>
              </a:lnSpc>
              <a:buNone/>
              <a:defRPr sz="1575" b="0" i="0">
                <a:solidFill>
                  <a:srgbClr val="101329"/>
                </a:solidFill>
                <a:latin typeface="Times New Roman"/>
                <a:ea typeface="Times New Roman"/>
                <a:cs typeface="Times New Roman"/>
              </a:defRPr>
            </a:pPr>
            <a:r>
              <a:rPr sz="1575" b="0" i="0">
                <a:solidFill>
                  <a:srgbClr val="101329"/>
                </a:solidFill>
                <a:latin typeface="Times New Roman"/>
                <a:ea typeface="Times New Roman"/>
                <a:cs typeface="Times New Roman"/>
              </a:rPr>
              <a:t>sample</a:t>
            </a:r>
          </a:p>
        </p:txBody>
      </p:sp>
      <p:sp>
        <p:nvSpPr>
          <p:cNvPr id="68" name="TXT_minus">
            <a:extLst xmlns:a="http://schemas.openxmlformats.org/drawingml/2006/main">
              <a:ext uri="{FF2B5EF4-FFF2-40B4-BE49-F238E27FC236}">
                <a16:creationId xmlns:a16="http://schemas.microsoft.com/office/drawing/2014/main" id="{459C3B37-310B-4A57-86C5-35F0137977F3}"/>
              </a:ext>
            </a:extLst>
          </p:cNvPr>
          <p:cNvSpPr>
            <a:spLocks xmlns:a="http://schemas.openxmlformats.org/drawingml/2006/main" noGrp="1"/>
          </p:cNvSpPr>
          <p:nvPr/>
        </p:nvSpPr>
        <p:spPr>
          <a:xfrm xmlns:a="http://schemas.openxmlformats.org/drawingml/2006/main">
            <a:off x="13868400" y="618172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0">
                <a:solidFill>
                  <a:srgbClr val="101329"/>
                </a:solidFill>
                <a:latin typeface="Times New Roman"/>
                <a:ea typeface="Times New Roman"/>
                <a:cs typeface="Times New Roman"/>
              </a:defRPr>
            </a:defPPr>
            <a:lvl1pPr algn="l">
              <a:defRPr sz="2400" b="0" i="0">
                <a:solidFill>
                  <a:srgbClr val="101329"/>
                </a:solidFill>
                <a:latin typeface="Times New Roman"/>
                <a:ea typeface="Times New Roman"/>
                <a:cs typeface="Times New Roman"/>
              </a:defRPr>
            </a:lvl1pPr>
            <a:lvl2pPr algn="l">
              <a:defRPr sz="2400" b="0" i="0">
                <a:solidFill>
                  <a:srgbClr val="101329"/>
                </a:solidFill>
                <a:latin typeface="Times New Roman"/>
                <a:ea typeface="Times New Roman"/>
                <a:cs typeface="Times New Roman"/>
              </a:defRPr>
            </a:lvl2pPr>
            <a:lvl3pPr algn="l">
              <a:defRPr sz="2400" b="0" i="0">
                <a:solidFill>
                  <a:srgbClr val="101329"/>
                </a:solidFill>
                <a:latin typeface="Times New Roman"/>
                <a:ea typeface="Times New Roman"/>
                <a:cs typeface="Times New Roman"/>
              </a:defRPr>
            </a:lvl3pPr>
            <a:lvl4pPr algn="l">
              <a:defRPr sz="2400" b="0" i="0">
                <a:solidFill>
                  <a:srgbClr val="101329"/>
                </a:solidFill>
                <a:latin typeface="Times New Roman"/>
                <a:ea typeface="Times New Roman"/>
                <a:cs typeface="Times New Roman"/>
              </a:defRPr>
            </a:lvl4pPr>
            <a:lvl5pPr algn="l">
              <a:defRPr sz="2400" b="0" i="0">
                <a:solidFill>
                  <a:srgbClr val="101329"/>
                </a:solidFill>
                <a:latin typeface="Times New Roman"/>
                <a:ea typeface="Times New Roman"/>
                <a:cs typeface="Times New Roman"/>
              </a:defRPr>
            </a:lvl5pPr>
            <a:lvl6pPr algn="l">
              <a:defRPr sz="2400" b="0" i="0">
                <a:solidFill>
                  <a:srgbClr val="101329"/>
                </a:solidFill>
                <a:latin typeface="Times New Roman"/>
                <a:ea typeface="Times New Roman"/>
                <a:cs typeface="Times New Roman"/>
              </a:defRPr>
            </a:lvl6pPr>
            <a:lvl7pPr algn="l">
              <a:defRPr sz="2400" b="0" i="0">
                <a:solidFill>
                  <a:srgbClr val="101329"/>
                </a:solidFill>
                <a:latin typeface="Times New Roman"/>
                <a:ea typeface="Times New Roman"/>
                <a:cs typeface="Times New Roman"/>
              </a:defRPr>
            </a:lvl7pPr>
            <a:lvl8pPr algn="l">
              <a:defRPr sz="2400" b="0" i="0">
                <a:solidFill>
                  <a:srgbClr val="101329"/>
                </a:solidFill>
                <a:latin typeface="Times New Roman"/>
                <a:ea typeface="Times New Roman"/>
                <a:cs typeface="Times New Roman"/>
              </a:defRPr>
            </a:lvl8pPr>
            <a:lvl9pPr algn="l">
              <a:defRPr sz="2400" b="0" i="0">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0">
                <a:solidFill>
                  <a:srgbClr val="101329"/>
                </a:solidFill>
                <a:latin typeface="Times New Roman"/>
                <a:ea typeface="Times New Roman"/>
                <a:cs typeface="Times New Roman"/>
              </a:defRPr>
            </a:pPr>
            <a:r>
              <a:rPr sz="2400" b="0" i="0">
                <a:solidFill>
                  <a:srgbClr val="101329"/>
                </a:solidFill>
                <a:latin typeface="Times New Roman"/>
                <a:ea typeface="Times New Roman"/>
                <a:cs typeface="Times New Roman"/>
              </a:rPr>
              <a:t>−</a:t>
            </a:r>
          </a:p>
        </p:txBody>
      </p:sp>
      <p:sp>
        <p:nvSpPr>
          <p:cNvPr id="69" name="TXT_A_blank_base">
            <a:extLst xmlns:a="http://schemas.openxmlformats.org/drawingml/2006/main">
              <a:ext uri="{FF2B5EF4-FFF2-40B4-BE49-F238E27FC236}">
                <a16:creationId xmlns:a16="http://schemas.microsoft.com/office/drawing/2014/main" id="{A6F3442B-E271-43FD-9A05-0DA061CAD97E}"/>
              </a:ext>
            </a:extLst>
          </p:cNvPr>
          <p:cNvSpPr>
            <a:spLocks xmlns:a="http://schemas.openxmlformats.org/drawingml/2006/main" noGrp="1"/>
          </p:cNvSpPr>
          <p:nvPr/>
        </p:nvSpPr>
        <p:spPr>
          <a:xfrm xmlns:a="http://schemas.openxmlformats.org/drawingml/2006/main">
            <a:off x="14173200" y="6181725"/>
            <a:ext cx="219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1">
                <a:solidFill>
                  <a:srgbClr val="101329"/>
                </a:solidFill>
                <a:latin typeface="Times New Roman"/>
                <a:ea typeface="Times New Roman"/>
                <a:cs typeface="Times New Roman"/>
              </a:defRPr>
            </a:defPPr>
            <a:lvl1pPr algn="l">
              <a:defRPr sz="2400" b="0" i="1">
                <a:solidFill>
                  <a:srgbClr val="101329"/>
                </a:solidFill>
                <a:latin typeface="Times New Roman"/>
                <a:ea typeface="Times New Roman"/>
                <a:cs typeface="Times New Roman"/>
              </a:defRPr>
            </a:lvl1pPr>
            <a:lvl2pPr algn="l">
              <a:defRPr sz="2400" b="0" i="1">
                <a:solidFill>
                  <a:srgbClr val="101329"/>
                </a:solidFill>
                <a:latin typeface="Times New Roman"/>
                <a:ea typeface="Times New Roman"/>
                <a:cs typeface="Times New Roman"/>
              </a:defRPr>
            </a:lvl2pPr>
            <a:lvl3pPr algn="l">
              <a:defRPr sz="2400" b="0" i="1">
                <a:solidFill>
                  <a:srgbClr val="101329"/>
                </a:solidFill>
                <a:latin typeface="Times New Roman"/>
                <a:ea typeface="Times New Roman"/>
                <a:cs typeface="Times New Roman"/>
              </a:defRPr>
            </a:lvl3pPr>
            <a:lvl4pPr algn="l">
              <a:defRPr sz="2400" b="0" i="1">
                <a:solidFill>
                  <a:srgbClr val="101329"/>
                </a:solidFill>
                <a:latin typeface="Times New Roman"/>
                <a:ea typeface="Times New Roman"/>
                <a:cs typeface="Times New Roman"/>
              </a:defRPr>
            </a:lvl4pPr>
            <a:lvl5pPr algn="l">
              <a:defRPr sz="2400" b="0" i="1">
                <a:solidFill>
                  <a:srgbClr val="101329"/>
                </a:solidFill>
                <a:latin typeface="Times New Roman"/>
                <a:ea typeface="Times New Roman"/>
                <a:cs typeface="Times New Roman"/>
              </a:defRPr>
            </a:lvl5pPr>
            <a:lvl6pPr algn="l">
              <a:defRPr sz="2400" b="0" i="1">
                <a:solidFill>
                  <a:srgbClr val="101329"/>
                </a:solidFill>
                <a:latin typeface="Times New Roman"/>
                <a:ea typeface="Times New Roman"/>
                <a:cs typeface="Times New Roman"/>
              </a:defRPr>
            </a:lvl6pPr>
            <a:lvl7pPr algn="l">
              <a:defRPr sz="2400" b="0" i="1">
                <a:solidFill>
                  <a:srgbClr val="101329"/>
                </a:solidFill>
                <a:latin typeface="Times New Roman"/>
                <a:ea typeface="Times New Roman"/>
                <a:cs typeface="Times New Roman"/>
              </a:defRPr>
            </a:lvl7pPr>
            <a:lvl8pPr algn="l">
              <a:defRPr sz="2400" b="0" i="1">
                <a:solidFill>
                  <a:srgbClr val="101329"/>
                </a:solidFill>
                <a:latin typeface="Times New Roman"/>
                <a:ea typeface="Times New Roman"/>
                <a:cs typeface="Times New Roman"/>
              </a:defRPr>
            </a:lvl8pPr>
            <a:lvl9pPr algn="l">
              <a:defRPr sz="2400" b="0" i="1">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1">
                <a:solidFill>
                  <a:srgbClr val="101329"/>
                </a:solidFill>
                <a:latin typeface="Times New Roman"/>
                <a:ea typeface="Times New Roman"/>
                <a:cs typeface="Times New Roman"/>
              </a:defRPr>
            </a:pPr>
            <a:r>
              <a:rPr sz="2400" b="0" i="1">
                <a:solidFill>
                  <a:srgbClr val="101329"/>
                </a:solidFill>
                <a:latin typeface="Times New Roman"/>
                <a:ea typeface="Times New Roman"/>
                <a:cs typeface="Times New Roman"/>
              </a:rPr>
              <a:t>A</a:t>
            </a:r>
          </a:p>
        </p:txBody>
      </p:sp>
      <p:sp>
        <p:nvSpPr>
          <p:cNvPr id="70" name="TXT_A_blank_sub">
            <a:extLst xmlns:a="http://schemas.openxmlformats.org/drawingml/2006/main">
              <a:ext uri="{FF2B5EF4-FFF2-40B4-BE49-F238E27FC236}">
                <a16:creationId xmlns:a16="http://schemas.microsoft.com/office/drawing/2014/main" id="{A4F40E6D-FA21-46D7-BA34-0A7F3CD19094}"/>
              </a:ext>
            </a:extLst>
          </p:cNvPr>
          <p:cNvSpPr>
            <a:spLocks xmlns:a="http://schemas.openxmlformats.org/drawingml/2006/main" noGrp="1"/>
          </p:cNvSpPr>
          <p:nvPr/>
        </p:nvSpPr>
        <p:spPr>
          <a:xfrm xmlns:a="http://schemas.openxmlformats.org/drawingml/2006/main">
            <a:off x="14392275" y="64008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i="0">
                <a:solidFill>
                  <a:srgbClr val="101329"/>
                </a:solidFill>
                <a:latin typeface="Times New Roman"/>
                <a:ea typeface="Times New Roman"/>
                <a:cs typeface="Times New Roman"/>
              </a:defRPr>
            </a:defPPr>
            <a:lvl1pPr algn="l">
              <a:defRPr sz="1575" b="0" i="0">
                <a:solidFill>
                  <a:srgbClr val="101329"/>
                </a:solidFill>
                <a:latin typeface="Times New Roman"/>
                <a:ea typeface="Times New Roman"/>
                <a:cs typeface="Times New Roman"/>
              </a:defRPr>
            </a:lvl1pPr>
            <a:lvl2pPr algn="l">
              <a:defRPr sz="1575" b="0" i="0">
                <a:solidFill>
                  <a:srgbClr val="101329"/>
                </a:solidFill>
                <a:latin typeface="Times New Roman"/>
                <a:ea typeface="Times New Roman"/>
                <a:cs typeface="Times New Roman"/>
              </a:defRPr>
            </a:lvl2pPr>
            <a:lvl3pPr algn="l">
              <a:defRPr sz="1575" b="0" i="0">
                <a:solidFill>
                  <a:srgbClr val="101329"/>
                </a:solidFill>
                <a:latin typeface="Times New Roman"/>
                <a:ea typeface="Times New Roman"/>
                <a:cs typeface="Times New Roman"/>
              </a:defRPr>
            </a:lvl3pPr>
            <a:lvl4pPr algn="l">
              <a:defRPr sz="1575" b="0" i="0">
                <a:solidFill>
                  <a:srgbClr val="101329"/>
                </a:solidFill>
                <a:latin typeface="Times New Roman"/>
                <a:ea typeface="Times New Roman"/>
                <a:cs typeface="Times New Roman"/>
              </a:defRPr>
            </a:lvl4pPr>
            <a:lvl5pPr algn="l">
              <a:defRPr sz="1575" b="0" i="0">
                <a:solidFill>
                  <a:srgbClr val="101329"/>
                </a:solidFill>
                <a:latin typeface="Times New Roman"/>
                <a:ea typeface="Times New Roman"/>
                <a:cs typeface="Times New Roman"/>
              </a:defRPr>
            </a:lvl5pPr>
            <a:lvl6pPr algn="l">
              <a:defRPr sz="1575" b="0" i="0">
                <a:solidFill>
                  <a:srgbClr val="101329"/>
                </a:solidFill>
                <a:latin typeface="Times New Roman"/>
                <a:ea typeface="Times New Roman"/>
                <a:cs typeface="Times New Roman"/>
              </a:defRPr>
            </a:lvl6pPr>
            <a:lvl7pPr algn="l">
              <a:defRPr sz="1575" b="0" i="0">
                <a:solidFill>
                  <a:srgbClr val="101329"/>
                </a:solidFill>
                <a:latin typeface="Times New Roman"/>
                <a:ea typeface="Times New Roman"/>
                <a:cs typeface="Times New Roman"/>
              </a:defRPr>
            </a:lvl7pPr>
            <a:lvl8pPr algn="l">
              <a:defRPr sz="1575" b="0" i="0">
                <a:solidFill>
                  <a:srgbClr val="101329"/>
                </a:solidFill>
                <a:latin typeface="Times New Roman"/>
                <a:ea typeface="Times New Roman"/>
                <a:cs typeface="Times New Roman"/>
              </a:defRPr>
            </a:lvl8pPr>
            <a:lvl9pPr algn="l">
              <a:defRPr sz="1575" b="0" i="0">
                <a:solidFill>
                  <a:srgbClr val="101329"/>
                </a:solidFill>
                <a:latin typeface="Times New Roman"/>
                <a:ea typeface="Times New Roman"/>
                <a:cs typeface="Times New Roman"/>
              </a:defRPr>
            </a:lvl9pPr>
          </a:lstStyle>
          <a:p xmlns:a="http://schemas.openxmlformats.org/drawingml/2006/main">
            <a:pPr algn="l">
              <a:lnSpc>
                <a:spcPct val="102000"/>
              </a:lnSpc>
              <a:buNone/>
              <a:defRPr sz="1575" b="0" i="0">
                <a:solidFill>
                  <a:srgbClr val="101329"/>
                </a:solidFill>
                <a:latin typeface="Times New Roman"/>
                <a:ea typeface="Times New Roman"/>
                <a:cs typeface="Times New Roman"/>
              </a:defRPr>
            </a:pPr>
            <a:r>
              <a:rPr sz="1575" b="0" i="0">
                <a:solidFill>
                  <a:srgbClr val="101329"/>
                </a:solidFill>
                <a:latin typeface="Times New Roman"/>
                <a:ea typeface="Times New Roman"/>
                <a:cs typeface="Times New Roman"/>
              </a:rPr>
              <a:t>blank</a:t>
            </a:r>
          </a:p>
        </p:txBody>
      </p:sp>
      <p:sp>
        <p:nvSpPr>
          <p:cNvPr id="71" name="TXT_screen_A">
            <a:extLst xmlns:a="http://schemas.openxmlformats.org/drawingml/2006/main">
              <a:ext uri="{FF2B5EF4-FFF2-40B4-BE49-F238E27FC236}">
                <a16:creationId xmlns:a16="http://schemas.microsoft.com/office/drawing/2014/main" id="{89D0F944-447B-448F-B3AF-E732442BB17E}"/>
              </a:ext>
            </a:extLst>
          </p:cNvPr>
          <p:cNvSpPr>
            <a:spLocks xmlns:a="http://schemas.openxmlformats.org/drawingml/2006/main" noGrp="1"/>
          </p:cNvSpPr>
          <p:nvPr/>
        </p:nvSpPr>
        <p:spPr>
          <a:xfrm xmlns:a="http://schemas.openxmlformats.org/drawingml/2006/main">
            <a:off x="13811250" y="3076575"/>
            <a:ext cx="209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0" i="1">
                <a:solidFill>
                  <a:srgbClr val="101329"/>
                </a:solidFill>
                <a:latin typeface="Times New Roman"/>
                <a:ea typeface="Times New Roman"/>
                <a:cs typeface="Times New Roman"/>
              </a:defRPr>
            </a:defPPr>
            <a:lvl1pPr algn="l">
              <a:defRPr sz="1950" b="0" i="1">
                <a:solidFill>
                  <a:srgbClr val="101329"/>
                </a:solidFill>
                <a:latin typeface="Times New Roman"/>
                <a:ea typeface="Times New Roman"/>
                <a:cs typeface="Times New Roman"/>
              </a:defRPr>
            </a:lvl1pPr>
            <a:lvl2pPr algn="l">
              <a:defRPr sz="1950" b="0" i="1">
                <a:solidFill>
                  <a:srgbClr val="101329"/>
                </a:solidFill>
                <a:latin typeface="Times New Roman"/>
                <a:ea typeface="Times New Roman"/>
                <a:cs typeface="Times New Roman"/>
              </a:defRPr>
            </a:lvl2pPr>
            <a:lvl3pPr algn="l">
              <a:defRPr sz="1950" b="0" i="1">
                <a:solidFill>
                  <a:srgbClr val="101329"/>
                </a:solidFill>
                <a:latin typeface="Times New Roman"/>
                <a:ea typeface="Times New Roman"/>
                <a:cs typeface="Times New Roman"/>
              </a:defRPr>
            </a:lvl3pPr>
            <a:lvl4pPr algn="l">
              <a:defRPr sz="1950" b="0" i="1">
                <a:solidFill>
                  <a:srgbClr val="101329"/>
                </a:solidFill>
                <a:latin typeface="Times New Roman"/>
                <a:ea typeface="Times New Roman"/>
                <a:cs typeface="Times New Roman"/>
              </a:defRPr>
            </a:lvl4pPr>
            <a:lvl5pPr algn="l">
              <a:defRPr sz="1950" b="0" i="1">
                <a:solidFill>
                  <a:srgbClr val="101329"/>
                </a:solidFill>
                <a:latin typeface="Times New Roman"/>
                <a:ea typeface="Times New Roman"/>
                <a:cs typeface="Times New Roman"/>
              </a:defRPr>
            </a:lvl5pPr>
            <a:lvl6pPr algn="l">
              <a:defRPr sz="1950" b="0" i="1">
                <a:solidFill>
                  <a:srgbClr val="101329"/>
                </a:solidFill>
                <a:latin typeface="Times New Roman"/>
                <a:ea typeface="Times New Roman"/>
                <a:cs typeface="Times New Roman"/>
              </a:defRPr>
            </a:lvl6pPr>
            <a:lvl7pPr algn="l">
              <a:defRPr sz="1950" b="0" i="1">
                <a:solidFill>
                  <a:srgbClr val="101329"/>
                </a:solidFill>
                <a:latin typeface="Times New Roman"/>
                <a:ea typeface="Times New Roman"/>
                <a:cs typeface="Times New Roman"/>
              </a:defRPr>
            </a:lvl7pPr>
            <a:lvl8pPr algn="l">
              <a:defRPr sz="1950" b="0" i="1">
                <a:solidFill>
                  <a:srgbClr val="101329"/>
                </a:solidFill>
                <a:latin typeface="Times New Roman"/>
                <a:ea typeface="Times New Roman"/>
                <a:cs typeface="Times New Roman"/>
              </a:defRPr>
            </a:lvl8pPr>
            <a:lvl9pPr algn="l">
              <a:defRPr sz="1950" b="0" i="1">
                <a:solidFill>
                  <a:srgbClr val="101329"/>
                </a:solidFill>
                <a:latin typeface="Times New Roman"/>
                <a:ea typeface="Times New Roman"/>
                <a:cs typeface="Times New Roman"/>
              </a:defRPr>
            </a:lvl9pPr>
          </a:lstStyle>
          <a:p xmlns:a="http://schemas.openxmlformats.org/drawingml/2006/main">
            <a:pPr algn="l">
              <a:lnSpc>
                <a:spcPct val="102000"/>
              </a:lnSpc>
              <a:buNone/>
              <a:defRPr sz="1950" b="0" i="1">
                <a:solidFill>
                  <a:srgbClr val="101329"/>
                </a:solidFill>
                <a:latin typeface="Times New Roman"/>
                <a:ea typeface="Times New Roman"/>
                <a:cs typeface="Times New Roman"/>
              </a:defRPr>
            </a:pPr>
            <a:r>
              <a:rPr sz="1950" b="0" i="1">
                <a:solidFill>
                  <a:srgbClr val="101329"/>
                </a:solidFill>
                <a:latin typeface="Times New Roman"/>
                <a:ea typeface="Times New Roman"/>
                <a:cs typeface="Times New Roman"/>
              </a:rPr>
              <a:t>A</a:t>
            </a:r>
          </a:p>
        </p:txBody>
      </p:sp>
      <p:sp>
        <p:nvSpPr>
          <p:cNvPr id="72" name="TXT_screen_595">
            <a:extLst xmlns:a="http://schemas.openxmlformats.org/drawingml/2006/main">
              <a:ext uri="{FF2B5EF4-FFF2-40B4-BE49-F238E27FC236}">
                <a16:creationId xmlns:a16="http://schemas.microsoft.com/office/drawing/2014/main" id="{BD3EDA07-4F42-41C9-9587-48C11C1BE406}"/>
              </a:ext>
            </a:extLst>
          </p:cNvPr>
          <p:cNvSpPr>
            <a:spLocks xmlns:a="http://schemas.openxmlformats.org/drawingml/2006/main" noGrp="1"/>
          </p:cNvSpPr>
          <p:nvPr/>
        </p:nvSpPr>
        <p:spPr>
          <a:xfrm xmlns:a="http://schemas.openxmlformats.org/drawingml/2006/main">
            <a:off x="14020800" y="32099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i="0">
                <a:solidFill>
                  <a:srgbClr val="101329"/>
                </a:solidFill>
                <a:latin typeface="Times New Roman"/>
                <a:ea typeface="Times New Roman"/>
                <a:cs typeface="Times New Roman"/>
              </a:defRPr>
            </a:defPPr>
            <a:lvl1pPr algn="l">
              <a:defRPr sz="1200" b="0" i="0">
                <a:solidFill>
                  <a:srgbClr val="101329"/>
                </a:solidFill>
                <a:latin typeface="Times New Roman"/>
                <a:ea typeface="Times New Roman"/>
                <a:cs typeface="Times New Roman"/>
              </a:defRPr>
            </a:lvl1pPr>
            <a:lvl2pPr algn="l">
              <a:defRPr sz="1200" b="0" i="0">
                <a:solidFill>
                  <a:srgbClr val="101329"/>
                </a:solidFill>
                <a:latin typeface="Times New Roman"/>
                <a:ea typeface="Times New Roman"/>
                <a:cs typeface="Times New Roman"/>
              </a:defRPr>
            </a:lvl2pPr>
            <a:lvl3pPr algn="l">
              <a:defRPr sz="1200" b="0" i="0">
                <a:solidFill>
                  <a:srgbClr val="101329"/>
                </a:solidFill>
                <a:latin typeface="Times New Roman"/>
                <a:ea typeface="Times New Roman"/>
                <a:cs typeface="Times New Roman"/>
              </a:defRPr>
            </a:lvl3pPr>
            <a:lvl4pPr algn="l">
              <a:defRPr sz="1200" b="0" i="0">
                <a:solidFill>
                  <a:srgbClr val="101329"/>
                </a:solidFill>
                <a:latin typeface="Times New Roman"/>
                <a:ea typeface="Times New Roman"/>
                <a:cs typeface="Times New Roman"/>
              </a:defRPr>
            </a:lvl4pPr>
            <a:lvl5pPr algn="l">
              <a:defRPr sz="1200" b="0" i="0">
                <a:solidFill>
                  <a:srgbClr val="101329"/>
                </a:solidFill>
                <a:latin typeface="Times New Roman"/>
                <a:ea typeface="Times New Roman"/>
                <a:cs typeface="Times New Roman"/>
              </a:defRPr>
            </a:lvl5pPr>
            <a:lvl6pPr algn="l">
              <a:defRPr sz="1200" b="0" i="0">
                <a:solidFill>
                  <a:srgbClr val="101329"/>
                </a:solidFill>
                <a:latin typeface="Times New Roman"/>
                <a:ea typeface="Times New Roman"/>
                <a:cs typeface="Times New Roman"/>
              </a:defRPr>
            </a:lvl6pPr>
            <a:lvl7pPr algn="l">
              <a:defRPr sz="1200" b="0" i="0">
                <a:solidFill>
                  <a:srgbClr val="101329"/>
                </a:solidFill>
                <a:latin typeface="Times New Roman"/>
                <a:ea typeface="Times New Roman"/>
                <a:cs typeface="Times New Roman"/>
              </a:defRPr>
            </a:lvl7pPr>
            <a:lvl8pPr algn="l">
              <a:defRPr sz="1200" b="0" i="0">
                <a:solidFill>
                  <a:srgbClr val="101329"/>
                </a:solidFill>
                <a:latin typeface="Times New Roman"/>
                <a:ea typeface="Times New Roman"/>
                <a:cs typeface="Times New Roman"/>
              </a:defRPr>
            </a:lvl8pPr>
            <a:lvl9pPr algn="l">
              <a:defRPr sz="1200" b="0" i="0">
                <a:solidFill>
                  <a:srgbClr val="101329"/>
                </a:solidFill>
                <a:latin typeface="Times New Roman"/>
                <a:ea typeface="Times New Roman"/>
                <a:cs typeface="Times New Roman"/>
              </a:defRPr>
            </a:lvl9pPr>
          </a:lstStyle>
          <a:p xmlns:a="http://schemas.openxmlformats.org/drawingml/2006/main">
            <a:pPr algn="l">
              <a:lnSpc>
                <a:spcPct val="102000"/>
              </a:lnSpc>
              <a:buNone/>
              <a:defRPr sz="1200" b="0" i="0">
                <a:solidFill>
                  <a:srgbClr val="101329"/>
                </a:solidFill>
                <a:latin typeface="Times New Roman"/>
                <a:ea typeface="Times New Roman"/>
                <a:cs typeface="Times New Roman"/>
              </a:defRPr>
            </a:pPr>
            <a:r>
              <a:rPr sz="1200" b="0" i="0">
                <a:solidFill>
                  <a:srgbClr val="101329"/>
                </a:solidFill>
                <a:latin typeface="Times New Roman"/>
                <a:ea typeface="Times New Roman"/>
                <a:cs typeface="Times New Roman"/>
              </a:rPr>
              <a:t>595</a:t>
            </a:r>
          </a:p>
        </p:txBody>
      </p:sp>
      <p:sp>
        <p:nvSpPr>
          <p:cNvPr id="73" name="TXT_screen_nm">
            <a:extLst xmlns:a="http://schemas.openxmlformats.org/drawingml/2006/main">
              <a:ext uri="{FF2B5EF4-FFF2-40B4-BE49-F238E27FC236}">
                <a16:creationId xmlns:a16="http://schemas.microsoft.com/office/drawing/2014/main" id="{18A76734-3553-45F1-9923-4A4480A73A75}"/>
              </a:ext>
            </a:extLst>
          </p:cNvPr>
          <p:cNvSpPr>
            <a:spLocks xmlns:a="http://schemas.openxmlformats.org/drawingml/2006/main" noGrp="1"/>
          </p:cNvSpPr>
          <p:nvPr/>
        </p:nvSpPr>
        <p:spPr>
          <a:xfrm xmlns:a="http://schemas.openxmlformats.org/drawingml/2006/main">
            <a:off x="14363700" y="3152775"/>
            <a:ext cx="2762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i="0">
                <a:solidFill>
                  <a:srgbClr val="101329"/>
                </a:solidFill>
                <a:latin typeface="Times New Roman"/>
                <a:ea typeface="Times New Roman"/>
                <a:cs typeface="Times New Roman"/>
              </a:defRPr>
            </a:defPPr>
            <a:lvl1pPr algn="l">
              <a:defRPr sz="1425" b="0" i="0">
                <a:solidFill>
                  <a:srgbClr val="101329"/>
                </a:solidFill>
                <a:latin typeface="Times New Roman"/>
                <a:ea typeface="Times New Roman"/>
                <a:cs typeface="Times New Roman"/>
              </a:defRPr>
            </a:lvl1pPr>
            <a:lvl2pPr algn="l">
              <a:defRPr sz="1425" b="0" i="0">
                <a:solidFill>
                  <a:srgbClr val="101329"/>
                </a:solidFill>
                <a:latin typeface="Times New Roman"/>
                <a:ea typeface="Times New Roman"/>
                <a:cs typeface="Times New Roman"/>
              </a:defRPr>
            </a:lvl2pPr>
            <a:lvl3pPr algn="l">
              <a:defRPr sz="1425" b="0" i="0">
                <a:solidFill>
                  <a:srgbClr val="101329"/>
                </a:solidFill>
                <a:latin typeface="Times New Roman"/>
                <a:ea typeface="Times New Roman"/>
                <a:cs typeface="Times New Roman"/>
              </a:defRPr>
            </a:lvl3pPr>
            <a:lvl4pPr algn="l">
              <a:defRPr sz="1425" b="0" i="0">
                <a:solidFill>
                  <a:srgbClr val="101329"/>
                </a:solidFill>
                <a:latin typeface="Times New Roman"/>
                <a:ea typeface="Times New Roman"/>
                <a:cs typeface="Times New Roman"/>
              </a:defRPr>
            </a:lvl4pPr>
            <a:lvl5pPr algn="l">
              <a:defRPr sz="1425" b="0" i="0">
                <a:solidFill>
                  <a:srgbClr val="101329"/>
                </a:solidFill>
                <a:latin typeface="Times New Roman"/>
                <a:ea typeface="Times New Roman"/>
                <a:cs typeface="Times New Roman"/>
              </a:defRPr>
            </a:lvl5pPr>
            <a:lvl6pPr algn="l">
              <a:defRPr sz="1425" b="0" i="0">
                <a:solidFill>
                  <a:srgbClr val="101329"/>
                </a:solidFill>
                <a:latin typeface="Times New Roman"/>
                <a:ea typeface="Times New Roman"/>
                <a:cs typeface="Times New Roman"/>
              </a:defRPr>
            </a:lvl6pPr>
            <a:lvl7pPr algn="l">
              <a:defRPr sz="1425" b="0" i="0">
                <a:solidFill>
                  <a:srgbClr val="101329"/>
                </a:solidFill>
                <a:latin typeface="Times New Roman"/>
                <a:ea typeface="Times New Roman"/>
                <a:cs typeface="Times New Roman"/>
              </a:defRPr>
            </a:lvl7pPr>
            <a:lvl8pPr algn="l">
              <a:defRPr sz="1425" b="0" i="0">
                <a:solidFill>
                  <a:srgbClr val="101329"/>
                </a:solidFill>
                <a:latin typeface="Times New Roman"/>
                <a:ea typeface="Times New Roman"/>
                <a:cs typeface="Times New Roman"/>
              </a:defRPr>
            </a:lvl8pPr>
            <a:lvl9pPr algn="l">
              <a:defRPr sz="1425" b="0" i="0">
                <a:solidFill>
                  <a:srgbClr val="101329"/>
                </a:solidFill>
                <a:latin typeface="Times New Roman"/>
                <a:ea typeface="Times New Roman"/>
                <a:cs typeface="Times New Roman"/>
              </a:defRPr>
            </a:lvl9pPr>
          </a:lstStyle>
          <a:p xmlns:a="http://schemas.openxmlformats.org/drawingml/2006/main">
            <a:pPr algn="l">
              <a:lnSpc>
                <a:spcPct val="102000"/>
              </a:lnSpc>
              <a:buNone/>
              <a:defRPr sz="1425" b="0" i="0">
                <a:solidFill>
                  <a:srgbClr val="101329"/>
                </a:solidFill>
                <a:latin typeface="Times New Roman"/>
                <a:ea typeface="Times New Roman"/>
                <a:cs typeface="Times New Roman"/>
              </a:defRPr>
            </a:pPr>
            <a:r>
              <a:rPr sz="1425" b="0" i="0">
                <a:solidFill>
                  <a:srgbClr val="101329"/>
                </a:solidFill>
                <a:latin typeface="Times New Roman"/>
                <a:ea typeface="Times New Roman"/>
                <a:cs typeface="Times New Roman"/>
              </a:rPr>
              <a:t>nm</a:t>
            </a:r>
          </a:p>
        </p:txBody>
      </p:sp>
    </p:spTree>
    <p:extLst>
      <p:ext uri="{BB962C8B-B14F-4D97-AF65-F5344CB8AC3E}">
        <p14:creationId xmlns:p14="http://schemas.microsoft.com/office/powerpoint/2010/main" val="12680052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 name="TITLE">
            <a:extLst xmlns:a="http://schemas.openxmlformats.org/drawingml/2006/main">
              <a:ext uri="{FF2B5EF4-FFF2-40B4-BE49-F238E27FC236}">
                <a16:creationId xmlns:a16="http://schemas.microsoft.com/office/drawing/2014/main" id="{42F86D8B-1E30-400A-982F-6539FD34FD99}"/>
              </a:ext>
            </a:extLst>
          </p:cNvPr>
          <p:cNvSpPr>
            <a:spLocks xmlns:a="http://schemas.openxmlformats.org/drawingml/2006/main" noGrp="1"/>
          </p:cNvSpPr>
          <p:nvPr/>
        </p:nvSpPr>
        <p:spPr>
          <a:xfrm xmlns:a="http://schemas.openxmlformats.org/drawingml/2006/main">
            <a:off x="266700" y="95250"/>
            <a:ext cx="8143875" cy="838200"/>
          </a:xfrm>
          <a:prstGeom xmlns:a="http://schemas.openxmlformats.org/drawingml/2006/main" prst="roundRect">
            <a:avLst>
              <a:gd name="adj" fmla="val 27273"/>
            </a:avLst>
          </a:prstGeom>
          <a:gradFill xmlns:a="http://schemas.openxmlformats.org/drawingml/2006/main">
            <a:gsLst>
              <a:gs pos="0">
                <a:srgbClr val="552076"/>
              </a:gs>
              <a:gs pos="100000">
                <a:srgbClr val="2B143E"/>
              </a:gs>
            </a:gsLst>
            <a:lin ang="5400000"/>
          </a:gradFill>
          <a:ln xmlns:a="http://schemas.openxmlformats.org/drawingml/2006/main" w="36195">
            <a:solidFill>
              <a:srgbClr val="28123C"/>
            </a:solidFill>
            <a:prstDash val="solid"/>
          </a:ln>
        </p:spPr>
      </p:sp>
      <p:sp>
        <p:nvSpPr>
          <p:cNvPr id="2" name="MECHANISM">
            <a:extLst xmlns:a="http://schemas.openxmlformats.org/drawingml/2006/main">
              <a:ext uri="{FF2B5EF4-FFF2-40B4-BE49-F238E27FC236}">
                <a16:creationId xmlns:a16="http://schemas.microsoft.com/office/drawing/2014/main" id="{DC6CB692-F765-4764-B447-E404BD113741}"/>
              </a:ext>
            </a:extLst>
          </p:cNvPr>
          <p:cNvSpPr>
            <a:spLocks xmlns:a="http://schemas.openxmlformats.org/drawingml/2006/main" noGrp="1"/>
          </p:cNvSpPr>
          <p:nvPr/>
        </p:nvSpPr>
        <p:spPr>
          <a:xfrm xmlns:a="http://schemas.openxmlformats.org/drawingml/2006/main">
            <a:off x="190500" y="1143000"/>
            <a:ext cx="3143250" cy="7562850"/>
          </a:xfrm>
          <a:prstGeom xmlns:a="http://schemas.openxmlformats.org/drawingml/2006/main" prst="roundRect">
            <a:avLst>
              <a:gd name="adj" fmla="val 7273"/>
            </a:avLst>
          </a:prstGeom>
          <a:gradFill xmlns:a="http://schemas.openxmlformats.org/drawingml/2006/main">
            <a:gsLst>
              <a:gs pos="0">
                <a:srgbClr val="F6F0FC"/>
              </a:gs>
              <a:gs pos="100000">
                <a:srgbClr val="F1E8F9"/>
              </a:gs>
            </a:gsLst>
            <a:lin ang="5400000"/>
          </a:gradFill>
          <a:ln xmlns:a="http://schemas.openxmlformats.org/drawingml/2006/main" w="36195">
            <a:solidFill>
              <a:srgbClr val="352153"/>
            </a:solidFill>
            <a:prstDash val="solid"/>
          </a:ln>
        </p:spPr>
      </p:sp>
      <p:sp>
        <p:nvSpPr>
          <p:cNvPr id="3" name="STANDARDS">
            <a:extLst xmlns:a="http://schemas.openxmlformats.org/drawingml/2006/main">
              <a:ext uri="{FF2B5EF4-FFF2-40B4-BE49-F238E27FC236}">
                <a16:creationId xmlns:a16="http://schemas.microsoft.com/office/drawing/2014/main" id="{9C3ED5E6-9779-4D1B-92A3-27FA77483FD6}"/>
              </a:ext>
            </a:extLst>
          </p:cNvPr>
          <p:cNvSpPr>
            <a:spLocks xmlns:a="http://schemas.openxmlformats.org/drawingml/2006/main" noGrp="1"/>
          </p:cNvSpPr>
          <p:nvPr/>
        </p:nvSpPr>
        <p:spPr>
          <a:xfrm xmlns:a="http://schemas.openxmlformats.org/drawingml/2006/main">
            <a:off x="3600450" y="1190625"/>
            <a:ext cx="3028950" cy="2190750"/>
          </a:xfrm>
          <a:prstGeom xmlns:a="http://schemas.openxmlformats.org/drawingml/2006/main" prst="roundRect">
            <a:avLst>
              <a:gd name="adj" fmla="val 10435"/>
            </a:avLst>
          </a:prstGeom>
          <a:gradFill xmlns:a="http://schemas.openxmlformats.org/drawingml/2006/main">
            <a:gsLst>
              <a:gs pos="0">
                <a:srgbClr val="FFF1C6"/>
              </a:gs>
              <a:gs pos="100000">
                <a:srgbClr val="FFF9E7"/>
              </a:gs>
            </a:gsLst>
            <a:lin ang="5400000"/>
          </a:gradFill>
          <a:ln xmlns:a="http://schemas.openxmlformats.org/drawingml/2006/main" w="36195">
            <a:solidFill>
              <a:srgbClr val="D6B25A"/>
            </a:solidFill>
            <a:prstDash val="solid"/>
          </a:ln>
        </p:spPr>
      </p:sp>
      <p:sp>
        <p:nvSpPr>
          <p:cNvPr id="4" name="UNKNOWN">
            <a:extLst xmlns:a="http://schemas.openxmlformats.org/drawingml/2006/main">
              <a:ext uri="{FF2B5EF4-FFF2-40B4-BE49-F238E27FC236}">
                <a16:creationId xmlns:a16="http://schemas.microsoft.com/office/drawing/2014/main" id="{1FA21839-EAF3-4123-8E7D-8BD6392C3AB5}"/>
              </a:ext>
            </a:extLst>
          </p:cNvPr>
          <p:cNvSpPr>
            <a:spLocks xmlns:a="http://schemas.openxmlformats.org/drawingml/2006/main" noGrp="1"/>
          </p:cNvSpPr>
          <p:nvPr/>
        </p:nvSpPr>
        <p:spPr>
          <a:xfrm xmlns:a="http://schemas.openxmlformats.org/drawingml/2006/main">
            <a:off x="3600450" y="3743325"/>
            <a:ext cx="3028950" cy="2143125"/>
          </a:xfrm>
          <a:prstGeom xmlns:a="http://schemas.openxmlformats.org/drawingml/2006/main" prst="roundRect">
            <a:avLst>
              <a:gd name="adj" fmla="val 10667"/>
            </a:avLst>
          </a:prstGeom>
          <a:gradFill xmlns:a="http://schemas.openxmlformats.org/drawingml/2006/main">
            <a:gsLst>
              <a:gs pos="0">
                <a:srgbClr val="EDF8E3"/>
              </a:gs>
              <a:gs pos="100000">
                <a:srgbClr val="F7FBEE"/>
              </a:gs>
            </a:gsLst>
            <a:lin ang="5400000"/>
          </a:gradFill>
          <a:ln xmlns:a="http://schemas.openxmlformats.org/drawingml/2006/main" w="36195">
            <a:solidFill>
              <a:srgbClr val="99BE76"/>
            </a:solidFill>
            <a:prstDash val="solid"/>
          </a:ln>
        </p:spPr>
      </p:sp>
      <p:sp>
        <p:nvSpPr>
          <p:cNvPr id="5" name="BLANK">
            <a:extLst xmlns:a="http://schemas.openxmlformats.org/drawingml/2006/main">
              <a:ext uri="{FF2B5EF4-FFF2-40B4-BE49-F238E27FC236}">
                <a16:creationId xmlns:a16="http://schemas.microsoft.com/office/drawing/2014/main" id="{02324B4E-6CFD-4DD1-93EF-59FA6D22A173}"/>
              </a:ext>
            </a:extLst>
          </p:cNvPr>
          <p:cNvSpPr>
            <a:spLocks xmlns:a="http://schemas.openxmlformats.org/drawingml/2006/main" noGrp="1"/>
          </p:cNvSpPr>
          <p:nvPr/>
        </p:nvSpPr>
        <p:spPr>
          <a:xfrm xmlns:a="http://schemas.openxmlformats.org/drawingml/2006/main">
            <a:off x="3600450" y="6229350"/>
            <a:ext cx="3028950" cy="2181225"/>
          </a:xfrm>
          <a:prstGeom xmlns:a="http://schemas.openxmlformats.org/drawingml/2006/main" prst="roundRect">
            <a:avLst>
              <a:gd name="adj" fmla="val 10480"/>
            </a:avLst>
          </a:prstGeom>
          <a:gradFill xmlns:a="http://schemas.openxmlformats.org/drawingml/2006/main">
            <a:gsLst>
              <a:gs pos="0">
                <a:srgbClr val="E2F6FF"/>
              </a:gs>
              <a:gs pos="100000">
                <a:srgbClr val="F2FCFF"/>
              </a:gs>
            </a:gsLst>
            <a:lin ang="5400000"/>
          </a:gradFill>
          <a:ln xmlns:a="http://schemas.openxmlformats.org/drawingml/2006/main" w="36195">
            <a:solidFill>
              <a:srgbClr val="71CDE9"/>
            </a:solidFill>
            <a:prstDash val="solid"/>
          </a:ln>
        </p:spPr>
      </p:sp>
      <p:sp>
        <p:nvSpPr>
          <p:cNvPr id="6" name="MEASUREMENT">
            <a:extLst xmlns:a="http://schemas.openxmlformats.org/drawingml/2006/main">
              <a:ext uri="{FF2B5EF4-FFF2-40B4-BE49-F238E27FC236}">
                <a16:creationId xmlns:a16="http://schemas.microsoft.com/office/drawing/2014/main" id="{72FB47A5-1B39-48F6-9B5B-51B54FD614FC}"/>
              </a:ext>
            </a:extLst>
          </p:cNvPr>
          <p:cNvSpPr>
            <a:spLocks xmlns:a="http://schemas.openxmlformats.org/drawingml/2006/main" noGrp="1"/>
          </p:cNvSpPr>
          <p:nvPr/>
        </p:nvSpPr>
        <p:spPr>
          <a:xfrm xmlns:a="http://schemas.openxmlformats.org/drawingml/2006/main">
            <a:off x="11325225" y="1209675"/>
            <a:ext cx="4219575" cy="3876675"/>
          </a:xfrm>
          <a:prstGeom xmlns:a="http://schemas.openxmlformats.org/drawingml/2006/main" prst="roundRect">
            <a:avLst>
              <a:gd name="adj" fmla="val 5897"/>
            </a:avLst>
          </a:prstGeom>
          <a:gradFill xmlns:a="http://schemas.openxmlformats.org/drawingml/2006/main">
            <a:gsLst>
              <a:gs pos="0">
                <a:srgbClr val="EADFFB"/>
              </a:gs>
              <a:gs pos="100000">
                <a:srgbClr val="F6F0FC"/>
              </a:gs>
            </a:gsLst>
            <a:lin ang="5400000"/>
          </a:gradFill>
          <a:ln xmlns:a="http://schemas.openxmlformats.org/drawingml/2006/main" w="36195">
            <a:solidFill>
              <a:srgbClr val="352153"/>
            </a:solidFill>
            <a:prstDash val="solid"/>
          </a:ln>
        </p:spPr>
      </p:sp>
      <p:sp>
        <p:nvSpPr>
          <p:cNvPr id="7" name="CORRECTION">
            <a:extLst xmlns:a="http://schemas.openxmlformats.org/drawingml/2006/main">
              <a:ext uri="{FF2B5EF4-FFF2-40B4-BE49-F238E27FC236}">
                <a16:creationId xmlns:a16="http://schemas.microsoft.com/office/drawing/2014/main" id="{44FCF36D-BD4B-4BDA-8E15-667F8BF30E24}"/>
              </a:ext>
            </a:extLst>
          </p:cNvPr>
          <p:cNvSpPr>
            <a:spLocks xmlns:a="http://schemas.openxmlformats.org/drawingml/2006/main" noGrp="1"/>
          </p:cNvSpPr>
          <p:nvPr/>
        </p:nvSpPr>
        <p:spPr>
          <a:xfrm xmlns:a="http://schemas.openxmlformats.org/drawingml/2006/main">
            <a:off x="11420475" y="5610225"/>
            <a:ext cx="4143375" cy="1228725"/>
          </a:xfrm>
          <a:prstGeom xmlns:a="http://schemas.openxmlformats.org/drawingml/2006/main" prst="roundRect">
            <a:avLst>
              <a:gd name="adj" fmla="val 15504"/>
            </a:avLst>
          </a:prstGeom>
          <a:gradFill xmlns:a="http://schemas.openxmlformats.org/drawingml/2006/main">
            <a:gsLst>
              <a:gs pos="0">
                <a:srgbClr val="DCEBFA"/>
              </a:gs>
              <a:gs pos="100000">
                <a:srgbClr val="F3F9FF"/>
              </a:gs>
            </a:gsLst>
            <a:lin ang="5400000"/>
          </a:gradFill>
          <a:ln xmlns:a="http://schemas.openxmlformats.org/drawingml/2006/main" w="36195">
            <a:solidFill>
              <a:srgbClr val="1865BB"/>
            </a:solidFill>
            <a:prstDash val="solid"/>
          </a:ln>
        </p:spPr>
      </p:sp>
      <p:sp>
        <p:nvSpPr>
          <p:cNvPr id="8" name="CALIBRATION">
            <a:extLst xmlns:a="http://schemas.openxmlformats.org/drawingml/2006/main">
              <a:ext uri="{FF2B5EF4-FFF2-40B4-BE49-F238E27FC236}">
                <a16:creationId xmlns:a16="http://schemas.microsoft.com/office/drawing/2014/main" id="{74AAC727-0755-4A55-BA42-9F531782F1D9}"/>
              </a:ext>
            </a:extLst>
          </p:cNvPr>
          <p:cNvSpPr>
            <a:spLocks xmlns:a="http://schemas.openxmlformats.org/drawingml/2006/main" noGrp="1"/>
          </p:cNvSpPr>
          <p:nvPr/>
        </p:nvSpPr>
        <p:spPr>
          <a:xfrm xmlns:a="http://schemas.openxmlformats.org/drawingml/2006/main">
            <a:off x="11191875" y="7534275"/>
            <a:ext cx="2295525" cy="1028700"/>
          </a:xfrm>
          <a:prstGeom xmlns:a="http://schemas.openxmlformats.org/drawingml/2006/main" prst="roundRect">
            <a:avLst>
              <a:gd name="adj" fmla="val 18519"/>
            </a:avLst>
          </a:prstGeom>
          <a:gradFill xmlns:a="http://schemas.openxmlformats.org/drawingml/2006/main">
            <a:gsLst>
              <a:gs pos="0">
                <a:srgbClr val="FFF0C5"/>
              </a:gs>
              <a:gs pos="100000">
                <a:srgbClr val="FFF8E2"/>
              </a:gs>
            </a:gsLst>
            <a:lin ang="5400000"/>
          </a:gradFill>
          <a:ln xmlns:a="http://schemas.openxmlformats.org/drawingml/2006/main" w="36195">
            <a:solidFill>
              <a:srgbClr val="E3A433"/>
            </a:solidFill>
            <a:prstDash val="solid"/>
          </a:ln>
        </p:spPr>
      </p:sp>
      <p:sp>
        <p:nvSpPr>
          <p:cNvPr id="9" name="ESTIMATE">
            <a:extLst xmlns:a="http://schemas.openxmlformats.org/drawingml/2006/main">
              <a:ext uri="{FF2B5EF4-FFF2-40B4-BE49-F238E27FC236}">
                <a16:creationId xmlns:a16="http://schemas.microsoft.com/office/drawing/2014/main" id="{4E53AF58-421A-4D1F-980F-165F447166B7}"/>
              </a:ext>
            </a:extLst>
          </p:cNvPr>
          <p:cNvSpPr>
            <a:spLocks xmlns:a="http://schemas.openxmlformats.org/drawingml/2006/main" noGrp="1"/>
          </p:cNvSpPr>
          <p:nvPr/>
        </p:nvSpPr>
        <p:spPr>
          <a:xfrm xmlns:a="http://schemas.openxmlformats.org/drawingml/2006/main">
            <a:off x="13668375" y="7534275"/>
            <a:ext cx="2219325" cy="1028700"/>
          </a:xfrm>
          <a:prstGeom xmlns:a="http://schemas.openxmlformats.org/drawingml/2006/main" prst="roundRect">
            <a:avLst>
              <a:gd name="adj" fmla="val 18519"/>
            </a:avLst>
          </a:prstGeom>
          <a:gradFill xmlns:a="http://schemas.openxmlformats.org/drawingml/2006/main">
            <a:gsLst>
              <a:gs pos="0">
                <a:srgbClr val="DAF0D1"/>
              </a:gs>
              <a:gs pos="100000">
                <a:srgbClr val="F0FAEC"/>
              </a:gs>
            </a:gsLst>
            <a:lin ang="5400000"/>
          </a:gradFill>
          <a:ln xmlns:a="http://schemas.openxmlformats.org/drawingml/2006/main" w="36195">
            <a:solidFill>
              <a:srgbClr val="006C44"/>
            </a:solidFill>
            <a:prstDash val="solid"/>
          </a:ln>
        </p:spPr>
      </p:sp>
      <p:sp>
        <p:nvSpPr>
          <p:cNvPr id="10" name="LINE_protein_binding">
            <a:extLst xmlns:a="http://schemas.openxmlformats.org/drawingml/2006/main">
              <a:ext uri="{FF2B5EF4-FFF2-40B4-BE49-F238E27FC236}">
                <a16:creationId xmlns:a16="http://schemas.microsoft.com/office/drawing/2014/main" id="{B325129E-D065-4A33-BCEB-C0C0E31AADC6}"/>
              </a:ext>
            </a:extLst>
          </p:cNvPr>
          <p:cNvSpPr>
            <a:spLocks xmlns:a="http://schemas.openxmlformats.org/drawingml/2006/main" noGrp="1"/>
          </p:cNvSpPr>
          <p:nvPr/>
        </p:nvSpPr>
        <p:spPr>
          <a:xfrm xmlns:a="http://schemas.openxmlformats.org/drawingml/2006/main">
            <a:off x="1733550" y="54102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76200">
            <a:solidFill>
              <a:srgbClr val="1559A4"/>
            </a:solidFill>
            <a:prstDash val="solid"/>
          </a:ln>
        </p:spPr>
      </p:sp>
      <p:sp>
        <p:nvSpPr>
          <p:cNvPr id="11" name="HEAD_protein_binding">
            <a:extLst xmlns:a="http://schemas.openxmlformats.org/drawingml/2006/main">
              <a:ext uri="{FF2B5EF4-FFF2-40B4-BE49-F238E27FC236}">
                <a16:creationId xmlns:a16="http://schemas.microsoft.com/office/drawing/2014/main" id="{FB798968-4C5C-47B6-95D1-010FAAECEF98}"/>
              </a:ext>
            </a:extLst>
          </p:cNvPr>
          <p:cNvSpPr>
            <a:spLocks xmlns:a="http://schemas.openxmlformats.org/drawingml/2006/main" noGrp="1"/>
          </p:cNvSpPr>
          <p:nvPr/>
        </p:nvSpPr>
        <p:spPr>
          <a:xfrm xmlns:a="http://schemas.openxmlformats.org/drawingml/2006/main">
            <a:off x="1638300" y="5810250"/>
            <a:ext cx="190500" cy="152400"/>
          </a:xfrm>
          <a:custGeom xmlns:a="http://schemas.openxmlformats.org/drawingml/2006/main">
            <a:pathLst>
              <a:path w="190500" h="152400">
                <a:moveTo>
                  <a:pt x="95250" y="152400"/>
                </a:moveTo>
                <a:lnTo>
                  <a:pt x="0" y="0"/>
                </a:lnTo>
                <a:lnTo>
                  <a:pt x="190500" y="0"/>
                </a:lnTo>
                <a:close/>
              </a:path>
            </a:pathLst>
          </a:custGeom>
          <a:solidFill xmlns:a="http://schemas.openxmlformats.org/drawingml/2006/main">
            <a:srgbClr val="1559A4"/>
          </a:solidFill>
          <a:ln xmlns:a="http://schemas.openxmlformats.org/drawingml/2006/main" w="4763">
            <a:solidFill>
              <a:srgbClr val="1559A4"/>
            </a:solidFill>
          </a:ln>
        </p:spPr>
      </p:sp>
      <p:sp>
        <p:nvSpPr>
          <p:cNvPr id="12" name="LINE_standards_to_bound">
            <a:extLst xmlns:a="http://schemas.openxmlformats.org/drawingml/2006/main">
              <a:ext uri="{FF2B5EF4-FFF2-40B4-BE49-F238E27FC236}">
                <a16:creationId xmlns:a16="http://schemas.microsoft.com/office/drawing/2014/main" id="{616DFC5E-69FB-43BF-B8D0-751B5838DA5B}"/>
              </a:ext>
            </a:extLst>
          </p:cNvPr>
          <p:cNvSpPr>
            <a:spLocks xmlns:a="http://schemas.openxmlformats.org/drawingml/2006/main" noGrp="1"/>
          </p:cNvSpPr>
          <p:nvPr/>
        </p:nvSpPr>
        <p:spPr>
          <a:xfrm xmlns:a="http://schemas.openxmlformats.org/drawingml/2006/main">
            <a:off x="6657975" y="2305050"/>
            <a:ext cx="895350" cy="9525"/>
          </a:xfrm>
          <a:custGeom xmlns:a="http://schemas.openxmlformats.org/drawingml/2006/main">
            <a:pathLst>
              <a:path w="895350" h="9525">
                <a:moveTo>
                  <a:pt x="0" y="0"/>
                </a:moveTo>
                <a:lnTo>
                  <a:pt x="895350" y="0"/>
                </a:lnTo>
              </a:path>
            </a:pathLst>
          </a:custGeom>
          <a:noFill xmlns:a="http://schemas.openxmlformats.org/drawingml/2006/main"/>
          <a:ln xmlns:a="http://schemas.openxmlformats.org/drawingml/2006/main" w="57150">
            <a:solidFill>
              <a:srgbClr val="1559A4"/>
            </a:solidFill>
            <a:prstDash val="solid"/>
          </a:ln>
        </p:spPr>
      </p:sp>
      <p:sp>
        <p:nvSpPr>
          <p:cNvPr id="13" name="HEAD_standards_to_bound">
            <a:extLst xmlns:a="http://schemas.openxmlformats.org/drawingml/2006/main">
              <a:ext uri="{FF2B5EF4-FFF2-40B4-BE49-F238E27FC236}">
                <a16:creationId xmlns:a16="http://schemas.microsoft.com/office/drawing/2014/main" id="{7708772E-92E1-432F-A53F-04F03A31C7D7}"/>
              </a:ext>
            </a:extLst>
          </p:cNvPr>
          <p:cNvSpPr>
            <a:spLocks xmlns:a="http://schemas.openxmlformats.org/drawingml/2006/main" noGrp="1"/>
          </p:cNvSpPr>
          <p:nvPr/>
        </p:nvSpPr>
        <p:spPr>
          <a:xfrm xmlns:a="http://schemas.openxmlformats.org/drawingml/2006/main">
            <a:off x="7400925" y="2209800"/>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14" name="LINE_unknown_to_bound">
            <a:extLst xmlns:a="http://schemas.openxmlformats.org/drawingml/2006/main">
              <a:ext uri="{FF2B5EF4-FFF2-40B4-BE49-F238E27FC236}">
                <a16:creationId xmlns:a16="http://schemas.microsoft.com/office/drawing/2014/main" id="{4CC822CF-B66C-4A5E-8E2A-118BA74DE31B}"/>
              </a:ext>
            </a:extLst>
          </p:cNvPr>
          <p:cNvSpPr>
            <a:spLocks xmlns:a="http://schemas.openxmlformats.org/drawingml/2006/main" noGrp="1"/>
          </p:cNvSpPr>
          <p:nvPr/>
        </p:nvSpPr>
        <p:spPr>
          <a:xfrm xmlns:a="http://schemas.openxmlformats.org/drawingml/2006/main">
            <a:off x="6657975" y="4876800"/>
            <a:ext cx="914400" cy="9525"/>
          </a:xfrm>
          <a:custGeom xmlns:a="http://schemas.openxmlformats.org/drawingml/2006/main">
            <a:pathLst>
              <a:path w="914400" h="9525">
                <a:moveTo>
                  <a:pt x="0" y="0"/>
                </a:moveTo>
                <a:lnTo>
                  <a:pt x="914400" y="0"/>
                </a:lnTo>
              </a:path>
            </a:pathLst>
          </a:custGeom>
          <a:noFill xmlns:a="http://schemas.openxmlformats.org/drawingml/2006/main"/>
          <a:ln xmlns:a="http://schemas.openxmlformats.org/drawingml/2006/main" w="57150">
            <a:solidFill>
              <a:srgbClr val="1559A4"/>
            </a:solidFill>
            <a:prstDash val="solid"/>
          </a:ln>
        </p:spPr>
      </p:sp>
      <p:sp>
        <p:nvSpPr>
          <p:cNvPr id="15" name="HEAD_unknown_to_bound">
            <a:extLst xmlns:a="http://schemas.openxmlformats.org/drawingml/2006/main">
              <a:ext uri="{FF2B5EF4-FFF2-40B4-BE49-F238E27FC236}">
                <a16:creationId xmlns:a16="http://schemas.microsoft.com/office/drawing/2014/main" id="{8CD5D8B8-8C9E-4896-B1DF-ADDE573202A0}"/>
              </a:ext>
            </a:extLst>
          </p:cNvPr>
          <p:cNvSpPr>
            <a:spLocks xmlns:a="http://schemas.openxmlformats.org/drawingml/2006/main" noGrp="1"/>
          </p:cNvSpPr>
          <p:nvPr/>
        </p:nvSpPr>
        <p:spPr>
          <a:xfrm xmlns:a="http://schemas.openxmlformats.org/drawingml/2006/main">
            <a:off x="7419975" y="4781550"/>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16" name="LINE_blank_to_reagent">
            <a:extLst xmlns:a="http://schemas.openxmlformats.org/drawingml/2006/main">
              <a:ext uri="{FF2B5EF4-FFF2-40B4-BE49-F238E27FC236}">
                <a16:creationId xmlns:a16="http://schemas.microsoft.com/office/drawing/2014/main" id="{BF716705-FC2E-4742-BFBE-87B6CABF3DCB}"/>
              </a:ext>
            </a:extLst>
          </p:cNvPr>
          <p:cNvSpPr>
            <a:spLocks xmlns:a="http://schemas.openxmlformats.org/drawingml/2006/main" noGrp="1"/>
          </p:cNvSpPr>
          <p:nvPr/>
        </p:nvSpPr>
        <p:spPr>
          <a:xfrm xmlns:a="http://schemas.openxmlformats.org/drawingml/2006/main">
            <a:off x="6657975" y="7572375"/>
            <a:ext cx="914400" cy="9525"/>
          </a:xfrm>
          <a:custGeom xmlns:a="http://schemas.openxmlformats.org/drawingml/2006/main">
            <a:pathLst>
              <a:path w="914400" h="9525">
                <a:moveTo>
                  <a:pt x="0" y="0"/>
                </a:moveTo>
                <a:lnTo>
                  <a:pt x="914400" y="0"/>
                </a:lnTo>
              </a:path>
            </a:pathLst>
          </a:custGeom>
          <a:noFill xmlns:a="http://schemas.openxmlformats.org/drawingml/2006/main"/>
          <a:ln xmlns:a="http://schemas.openxmlformats.org/drawingml/2006/main" w="57150">
            <a:solidFill>
              <a:srgbClr val="1559A4"/>
            </a:solidFill>
            <a:prstDash val="solid"/>
          </a:ln>
        </p:spPr>
      </p:sp>
      <p:sp>
        <p:nvSpPr>
          <p:cNvPr id="17" name="HEAD_blank_to_reagent">
            <a:extLst xmlns:a="http://schemas.openxmlformats.org/drawingml/2006/main">
              <a:ext uri="{FF2B5EF4-FFF2-40B4-BE49-F238E27FC236}">
                <a16:creationId xmlns:a16="http://schemas.microsoft.com/office/drawing/2014/main" id="{2CA144DA-3BEE-48B9-9BEC-6E932F1B75F4}"/>
              </a:ext>
            </a:extLst>
          </p:cNvPr>
          <p:cNvSpPr>
            <a:spLocks xmlns:a="http://schemas.openxmlformats.org/drawingml/2006/main" noGrp="1"/>
          </p:cNvSpPr>
          <p:nvPr/>
        </p:nvSpPr>
        <p:spPr>
          <a:xfrm xmlns:a="http://schemas.openxmlformats.org/drawingml/2006/main">
            <a:off x="7419975" y="7477125"/>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18" name="LINE_standard_measurement">
            <a:extLst xmlns:a="http://schemas.openxmlformats.org/drawingml/2006/main">
              <a:ext uri="{FF2B5EF4-FFF2-40B4-BE49-F238E27FC236}">
                <a16:creationId xmlns:a16="http://schemas.microsoft.com/office/drawing/2014/main" id="{8D075534-7955-4857-BA3F-5E88EC05DA44}"/>
              </a:ext>
            </a:extLst>
          </p:cNvPr>
          <p:cNvSpPr>
            <a:spLocks xmlns:a="http://schemas.openxmlformats.org/drawingml/2006/main" noGrp="1"/>
          </p:cNvSpPr>
          <p:nvPr/>
        </p:nvSpPr>
        <p:spPr>
          <a:xfrm xmlns:a="http://schemas.openxmlformats.org/drawingml/2006/main">
            <a:off x="8686800" y="2305050"/>
            <a:ext cx="2552700" cy="647700"/>
          </a:xfrm>
          <a:custGeom xmlns:a="http://schemas.openxmlformats.org/drawingml/2006/main">
            <a:pathLst>
              <a:path w="2552700" h="647700">
                <a:moveTo>
                  <a:pt x="0" y="0"/>
                </a:moveTo>
                <a:lnTo>
                  <a:pt x="2114550" y="0"/>
                </a:lnTo>
                <a:lnTo>
                  <a:pt x="2114550" y="647700"/>
                </a:lnTo>
                <a:lnTo>
                  <a:pt x="2552700" y="647700"/>
                </a:lnTo>
              </a:path>
            </a:pathLst>
          </a:custGeom>
          <a:noFill xmlns:a="http://schemas.openxmlformats.org/drawingml/2006/main"/>
          <a:ln xmlns:a="http://schemas.openxmlformats.org/drawingml/2006/main" w="57150">
            <a:solidFill>
              <a:srgbClr val="1559A4"/>
            </a:solidFill>
            <a:prstDash val="solid"/>
          </a:ln>
        </p:spPr>
      </p:sp>
      <p:sp>
        <p:nvSpPr>
          <p:cNvPr id="19" name="HEAD_standard_measurement">
            <a:extLst xmlns:a="http://schemas.openxmlformats.org/drawingml/2006/main">
              <a:ext uri="{FF2B5EF4-FFF2-40B4-BE49-F238E27FC236}">
                <a16:creationId xmlns:a16="http://schemas.microsoft.com/office/drawing/2014/main" id="{5CE8A9DC-5118-4D6E-A5AC-70710AF23FBB}"/>
              </a:ext>
            </a:extLst>
          </p:cNvPr>
          <p:cNvSpPr>
            <a:spLocks xmlns:a="http://schemas.openxmlformats.org/drawingml/2006/main" noGrp="1"/>
          </p:cNvSpPr>
          <p:nvPr/>
        </p:nvSpPr>
        <p:spPr>
          <a:xfrm xmlns:a="http://schemas.openxmlformats.org/drawingml/2006/main">
            <a:off x="11087100" y="2857500"/>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20" name="LINE_unknown_measurement">
            <a:extLst xmlns:a="http://schemas.openxmlformats.org/drawingml/2006/main">
              <a:ext uri="{FF2B5EF4-FFF2-40B4-BE49-F238E27FC236}">
                <a16:creationId xmlns:a16="http://schemas.microsoft.com/office/drawing/2014/main" id="{F059E3D5-3521-4ACD-BCC3-2526DB31C05B}"/>
              </a:ext>
            </a:extLst>
          </p:cNvPr>
          <p:cNvSpPr>
            <a:spLocks xmlns:a="http://schemas.openxmlformats.org/drawingml/2006/main" noGrp="1"/>
          </p:cNvSpPr>
          <p:nvPr/>
        </p:nvSpPr>
        <p:spPr>
          <a:xfrm xmlns:a="http://schemas.openxmlformats.org/drawingml/2006/main">
            <a:off x="8686800" y="2952750"/>
            <a:ext cx="2114550" cy="1924050"/>
          </a:xfrm>
          <a:custGeom xmlns:a="http://schemas.openxmlformats.org/drawingml/2006/main">
            <a:pathLst>
              <a:path w="2114550" h="1924050">
                <a:moveTo>
                  <a:pt x="0" y="1924050"/>
                </a:moveTo>
                <a:lnTo>
                  <a:pt x="2114550" y="1924050"/>
                </a:lnTo>
                <a:lnTo>
                  <a:pt x="2114550" y="0"/>
                </a:lnTo>
              </a:path>
            </a:pathLst>
          </a:custGeom>
          <a:noFill xmlns:a="http://schemas.openxmlformats.org/drawingml/2006/main"/>
          <a:ln xmlns:a="http://schemas.openxmlformats.org/drawingml/2006/main" w="57150">
            <a:solidFill>
              <a:srgbClr val="1559A4"/>
            </a:solidFill>
            <a:prstDash val="solid"/>
          </a:ln>
        </p:spPr>
      </p:sp>
      <p:sp>
        <p:nvSpPr>
          <p:cNvPr id="21" name="LINE_blank_measurement">
            <a:extLst xmlns:a="http://schemas.openxmlformats.org/drawingml/2006/main">
              <a:ext uri="{FF2B5EF4-FFF2-40B4-BE49-F238E27FC236}">
                <a16:creationId xmlns:a16="http://schemas.microsoft.com/office/drawing/2014/main" id="{ED75FA09-917E-4316-9D4A-43736AD9C499}"/>
              </a:ext>
            </a:extLst>
          </p:cNvPr>
          <p:cNvSpPr>
            <a:spLocks xmlns:a="http://schemas.openxmlformats.org/drawingml/2006/main" noGrp="1"/>
          </p:cNvSpPr>
          <p:nvPr/>
        </p:nvSpPr>
        <p:spPr>
          <a:xfrm xmlns:a="http://schemas.openxmlformats.org/drawingml/2006/main">
            <a:off x="8686800" y="4648200"/>
            <a:ext cx="2552700" cy="2924175"/>
          </a:xfrm>
          <a:custGeom xmlns:a="http://schemas.openxmlformats.org/drawingml/2006/main">
            <a:pathLst>
              <a:path w="2552700" h="2924175">
                <a:moveTo>
                  <a:pt x="0" y="2924175"/>
                </a:moveTo>
                <a:lnTo>
                  <a:pt x="2381250" y="2924175"/>
                </a:lnTo>
                <a:lnTo>
                  <a:pt x="2381250" y="0"/>
                </a:lnTo>
                <a:lnTo>
                  <a:pt x="2552700" y="0"/>
                </a:lnTo>
              </a:path>
            </a:pathLst>
          </a:custGeom>
          <a:noFill xmlns:a="http://schemas.openxmlformats.org/drawingml/2006/main"/>
          <a:ln xmlns:a="http://schemas.openxmlformats.org/drawingml/2006/main" w="57150">
            <a:solidFill>
              <a:srgbClr val="1559A4"/>
            </a:solidFill>
            <a:prstDash val="solid"/>
          </a:ln>
        </p:spPr>
      </p:sp>
      <p:sp>
        <p:nvSpPr>
          <p:cNvPr id="22" name="HEAD_blank_measurement">
            <a:extLst xmlns:a="http://schemas.openxmlformats.org/drawingml/2006/main">
              <a:ext uri="{FF2B5EF4-FFF2-40B4-BE49-F238E27FC236}">
                <a16:creationId xmlns:a16="http://schemas.microsoft.com/office/drawing/2014/main" id="{599EB101-E9CD-4AF8-9513-512E3A605963}"/>
              </a:ext>
            </a:extLst>
          </p:cNvPr>
          <p:cNvSpPr>
            <a:spLocks xmlns:a="http://schemas.openxmlformats.org/drawingml/2006/main" noGrp="1"/>
          </p:cNvSpPr>
          <p:nvPr/>
        </p:nvSpPr>
        <p:spPr>
          <a:xfrm xmlns:a="http://schemas.openxmlformats.org/drawingml/2006/main">
            <a:off x="11087100" y="4552950"/>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1559A4"/>
          </a:solidFill>
          <a:ln xmlns:a="http://schemas.openxmlformats.org/drawingml/2006/main" w="4763">
            <a:solidFill>
              <a:srgbClr val="1559A4"/>
            </a:solidFill>
          </a:ln>
        </p:spPr>
      </p:sp>
      <p:sp>
        <p:nvSpPr>
          <p:cNvPr id="23" name="LINE_measurement_to_correction">
            <a:extLst xmlns:a="http://schemas.openxmlformats.org/drawingml/2006/main">
              <a:ext uri="{FF2B5EF4-FFF2-40B4-BE49-F238E27FC236}">
                <a16:creationId xmlns:a16="http://schemas.microsoft.com/office/drawing/2014/main" id="{8889DEB8-7A30-4BAE-A6B5-C4FB1C778EC7}"/>
              </a:ext>
            </a:extLst>
          </p:cNvPr>
          <p:cNvSpPr>
            <a:spLocks xmlns:a="http://schemas.openxmlformats.org/drawingml/2006/main" noGrp="1"/>
          </p:cNvSpPr>
          <p:nvPr/>
        </p:nvSpPr>
        <p:spPr>
          <a:xfrm xmlns:a="http://schemas.openxmlformats.org/drawingml/2006/main">
            <a:off x="13411200" y="5095875"/>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57150">
            <a:solidFill>
              <a:srgbClr val="1559A4"/>
            </a:solidFill>
            <a:prstDash val="solid"/>
          </a:ln>
        </p:spPr>
      </p:sp>
      <p:sp>
        <p:nvSpPr>
          <p:cNvPr id="24" name="HEAD_measurement_to_correction">
            <a:extLst xmlns:a="http://schemas.openxmlformats.org/drawingml/2006/main">
              <a:ext uri="{FF2B5EF4-FFF2-40B4-BE49-F238E27FC236}">
                <a16:creationId xmlns:a16="http://schemas.microsoft.com/office/drawing/2014/main" id="{4A4D10F1-3EC5-4327-A427-E15F3DC91C2C}"/>
              </a:ext>
            </a:extLst>
          </p:cNvPr>
          <p:cNvSpPr>
            <a:spLocks xmlns:a="http://schemas.openxmlformats.org/drawingml/2006/main" noGrp="1"/>
          </p:cNvSpPr>
          <p:nvPr/>
        </p:nvSpPr>
        <p:spPr>
          <a:xfrm xmlns:a="http://schemas.openxmlformats.org/drawingml/2006/main">
            <a:off x="13315950" y="5372100"/>
            <a:ext cx="190500" cy="152400"/>
          </a:xfrm>
          <a:custGeom xmlns:a="http://schemas.openxmlformats.org/drawingml/2006/main">
            <a:pathLst>
              <a:path w="190500" h="152400">
                <a:moveTo>
                  <a:pt x="95250" y="152400"/>
                </a:moveTo>
                <a:lnTo>
                  <a:pt x="0" y="0"/>
                </a:lnTo>
                <a:lnTo>
                  <a:pt x="190500" y="0"/>
                </a:lnTo>
                <a:close/>
              </a:path>
            </a:pathLst>
          </a:custGeom>
          <a:solidFill xmlns:a="http://schemas.openxmlformats.org/drawingml/2006/main">
            <a:srgbClr val="1559A4"/>
          </a:solidFill>
          <a:ln xmlns:a="http://schemas.openxmlformats.org/drawingml/2006/main" w="4763">
            <a:solidFill>
              <a:srgbClr val="1559A4"/>
            </a:solidFill>
          </a:ln>
        </p:spPr>
      </p:sp>
      <p:sp>
        <p:nvSpPr>
          <p:cNvPr id="25" name="LINE_corrected_standards">
            <a:extLst xmlns:a="http://schemas.openxmlformats.org/drawingml/2006/main">
              <a:ext uri="{FF2B5EF4-FFF2-40B4-BE49-F238E27FC236}">
                <a16:creationId xmlns:a16="http://schemas.microsoft.com/office/drawing/2014/main" id="{E394F75C-9CE8-4195-88F2-D6E19A93F290}"/>
              </a:ext>
            </a:extLst>
          </p:cNvPr>
          <p:cNvSpPr>
            <a:spLocks xmlns:a="http://schemas.openxmlformats.org/drawingml/2006/main" noGrp="1"/>
          </p:cNvSpPr>
          <p:nvPr/>
        </p:nvSpPr>
        <p:spPr>
          <a:xfrm xmlns:a="http://schemas.openxmlformats.org/drawingml/2006/main">
            <a:off x="12211050" y="6858000"/>
            <a:ext cx="9525" cy="590550"/>
          </a:xfrm>
          <a:custGeom xmlns:a="http://schemas.openxmlformats.org/drawingml/2006/main">
            <a:pathLst>
              <a:path w="9525" h="590550">
                <a:moveTo>
                  <a:pt x="0" y="0"/>
                </a:moveTo>
                <a:lnTo>
                  <a:pt x="0" y="590550"/>
                </a:lnTo>
              </a:path>
            </a:pathLst>
          </a:custGeom>
          <a:noFill xmlns:a="http://schemas.openxmlformats.org/drawingml/2006/main"/>
          <a:ln xmlns:a="http://schemas.openxmlformats.org/drawingml/2006/main" w="57150">
            <a:solidFill>
              <a:srgbClr val="DCA12A"/>
            </a:solidFill>
            <a:prstDash val="solid"/>
          </a:ln>
        </p:spPr>
      </p:sp>
      <p:sp>
        <p:nvSpPr>
          <p:cNvPr id="26" name="HEAD_corrected_standards">
            <a:extLst xmlns:a="http://schemas.openxmlformats.org/drawingml/2006/main">
              <a:ext uri="{FF2B5EF4-FFF2-40B4-BE49-F238E27FC236}">
                <a16:creationId xmlns:a16="http://schemas.microsoft.com/office/drawing/2014/main" id="{8F185862-D4DB-4EFE-BDE5-085477D37DC0}"/>
              </a:ext>
            </a:extLst>
          </p:cNvPr>
          <p:cNvSpPr>
            <a:spLocks xmlns:a="http://schemas.openxmlformats.org/drawingml/2006/main" noGrp="1"/>
          </p:cNvSpPr>
          <p:nvPr/>
        </p:nvSpPr>
        <p:spPr>
          <a:xfrm xmlns:a="http://schemas.openxmlformats.org/drawingml/2006/main">
            <a:off x="12115800" y="7296150"/>
            <a:ext cx="190500" cy="152400"/>
          </a:xfrm>
          <a:custGeom xmlns:a="http://schemas.openxmlformats.org/drawingml/2006/main">
            <a:pathLst>
              <a:path w="190500" h="152400">
                <a:moveTo>
                  <a:pt x="95250" y="152400"/>
                </a:moveTo>
                <a:lnTo>
                  <a:pt x="0" y="0"/>
                </a:lnTo>
                <a:lnTo>
                  <a:pt x="190500" y="0"/>
                </a:lnTo>
                <a:close/>
              </a:path>
            </a:pathLst>
          </a:custGeom>
          <a:solidFill xmlns:a="http://schemas.openxmlformats.org/drawingml/2006/main">
            <a:srgbClr val="DCA12A"/>
          </a:solidFill>
          <a:ln xmlns:a="http://schemas.openxmlformats.org/drawingml/2006/main" w="4763">
            <a:solidFill>
              <a:srgbClr val="DCA12A"/>
            </a:solidFill>
          </a:ln>
        </p:spPr>
      </p:sp>
      <p:sp>
        <p:nvSpPr>
          <p:cNvPr id="27" name="LINE_corrected_unknown">
            <a:extLst xmlns:a="http://schemas.openxmlformats.org/drawingml/2006/main">
              <a:ext uri="{FF2B5EF4-FFF2-40B4-BE49-F238E27FC236}">
                <a16:creationId xmlns:a16="http://schemas.microsoft.com/office/drawing/2014/main" id="{C296FAA9-DC9F-41C3-96D2-D9A5892066F5}"/>
              </a:ext>
            </a:extLst>
          </p:cNvPr>
          <p:cNvSpPr>
            <a:spLocks xmlns:a="http://schemas.openxmlformats.org/drawingml/2006/main" noGrp="1"/>
          </p:cNvSpPr>
          <p:nvPr/>
        </p:nvSpPr>
        <p:spPr>
          <a:xfrm xmlns:a="http://schemas.openxmlformats.org/drawingml/2006/main">
            <a:off x="14849475" y="6858000"/>
            <a:ext cx="9525" cy="590550"/>
          </a:xfrm>
          <a:custGeom xmlns:a="http://schemas.openxmlformats.org/drawingml/2006/main">
            <a:pathLst>
              <a:path w="9525" h="590550">
                <a:moveTo>
                  <a:pt x="0" y="0"/>
                </a:moveTo>
                <a:lnTo>
                  <a:pt x="0" y="590550"/>
                </a:lnTo>
              </a:path>
            </a:pathLst>
          </a:custGeom>
          <a:noFill xmlns:a="http://schemas.openxmlformats.org/drawingml/2006/main"/>
          <a:ln xmlns:a="http://schemas.openxmlformats.org/drawingml/2006/main" w="57150">
            <a:solidFill>
              <a:srgbClr val="007345"/>
            </a:solidFill>
            <a:prstDash val="solid"/>
          </a:ln>
        </p:spPr>
      </p:sp>
      <p:sp>
        <p:nvSpPr>
          <p:cNvPr id="28" name="HEAD_corrected_unknown">
            <a:extLst xmlns:a="http://schemas.openxmlformats.org/drawingml/2006/main">
              <a:ext uri="{FF2B5EF4-FFF2-40B4-BE49-F238E27FC236}">
                <a16:creationId xmlns:a16="http://schemas.microsoft.com/office/drawing/2014/main" id="{B41F9FD7-56FD-46BB-BA1A-8B6C22F9C49D}"/>
              </a:ext>
            </a:extLst>
          </p:cNvPr>
          <p:cNvSpPr>
            <a:spLocks xmlns:a="http://schemas.openxmlformats.org/drawingml/2006/main" noGrp="1"/>
          </p:cNvSpPr>
          <p:nvPr/>
        </p:nvSpPr>
        <p:spPr>
          <a:xfrm xmlns:a="http://schemas.openxmlformats.org/drawingml/2006/main">
            <a:off x="14754225" y="7296150"/>
            <a:ext cx="190500" cy="152400"/>
          </a:xfrm>
          <a:custGeom xmlns:a="http://schemas.openxmlformats.org/drawingml/2006/main">
            <a:pathLst>
              <a:path w="190500" h="152400">
                <a:moveTo>
                  <a:pt x="95250" y="152400"/>
                </a:moveTo>
                <a:lnTo>
                  <a:pt x="0" y="0"/>
                </a:lnTo>
                <a:lnTo>
                  <a:pt x="190500" y="0"/>
                </a:lnTo>
                <a:close/>
              </a:path>
            </a:pathLst>
          </a:custGeom>
          <a:solidFill xmlns:a="http://schemas.openxmlformats.org/drawingml/2006/main">
            <a:srgbClr val="007345"/>
          </a:solidFill>
          <a:ln xmlns:a="http://schemas.openxmlformats.org/drawingml/2006/main" w="4763">
            <a:solidFill>
              <a:srgbClr val="007345"/>
            </a:solidFill>
          </a:ln>
        </p:spPr>
      </p:sp>
      <p:sp>
        <p:nvSpPr>
          <p:cNvPr id="29" name="LINE_calibration_to_estimate">
            <a:extLst xmlns:a="http://schemas.openxmlformats.org/drawingml/2006/main">
              <a:ext uri="{FF2B5EF4-FFF2-40B4-BE49-F238E27FC236}">
                <a16:creationId xmlns:a16="http://schemas.microsoft.com/office/drawing/2014/main" id="{98798CDD-AE4C-4979-B01C-BA4C2A29D172}"/>
              </a:ext>
            </a:extLst>
          </p:cNvPr>
          <p:cNvSpPr>
            <a:spLocks xmlns:a="http://schemas.openxmlformats.org/drawingml/2006/main" noGrp="1"/>
          </p:cNvSpPr>
          <p:nvPr/>
        </p:nvSpPr>
        <p:spPr>
          <a:xfrm xmlns:a="http://schemas.openxmlformats.org/drawingml/2006/main">
            <a:off x="13496925" y="8048625"/>
            <a:ext cx="104775" cy="9525"/>
          </a:xfrm>
          <a:custGeom xmlns:a="http://schemas.openxmlformats.org/drawingml/2006/main">
            <a:pathLst>
              <a:path w="104775" h="9525">
                <a:moveTo>
                  <a:pt x="0" y="0"/>
                </a:moveTo>
                <a:lnTo>
                  <a:pt x="104775" y="0"/>
                </a:lnTo>
              </a:path>
            </a:pathLst>
          </a:custGeom>
          <a:noFill xmlns:a="http://schemas.openxmlformats.org/drawingml/2006/main"/>
          <a:ln xmlns:a="http://schemas.openxmlformats.org/drawingml/2006/main" w="66675">
            <a:solidFill>
              <a:srgbClr val="DCA12A"/>
            </a:solidFill>
            <a:prstDash val="solid"/>
          </a:ln>
        </p:spPr>
      </p:sp>
      <p:sp>
        <p:nvSpPr>
          <p:cNvPr id="30" name="HEAD_calibration_to_estimate">
            <a:extLst xmlns:a="http://schemas.openxmlformats.org/drawingml/2006/main">
              <a:ext uri="{FF2B5EF4-FFF2-40B4-BE49-F238E27FC236}">
                <a16:creationId xmlns:a16="http://schemas.microsoft.com/office/drawing/2014/main" id="{D774570D-121A-431C-9A1B-A3CF1EE3F8C2}"/>
              </a:ext>
            </a:extLst>
          </p:cNvPr>
          <p:cNvSpPr>
            <a:spLocks xmlns:a="http://schemas.openxmlformats.org/drawingml/2006/main" noGrp="1"/>
          </p:cNvSpPr>
          <p:nvPr/>
        </p:nvSpPr>
        <p:spPr>
          <a:xfrm xmlns:a="http://schemas.openxmlformats.org/drawingml/2006/main">
            <a:off x="13449300" y="7953375"/>
            <a:ext cx="152400" cy="190500"/>
          </a:xfrm>
          <a:custGeom xmlns:a="http://schemas.openxmlformats.org/drawingml/2006/main">
            <a:pathLst>
              <a:path w="152400" h="190500">
                <a:moveTo>
                  <a:pt x="152400" y="95250"/>
                </a:moveTo>
                <a:lnTo>
                  <a:pt x="0" y="190500"/>
                </a:lnTo>
                <a:lnTo>
                  <a:pt x="0" y="0"/>
                </a:lnTo>
                <a:close/>
              </a:path>
            </a:pathLst>
          </a:custGeom>
          <a:solidFill xmlns:a="http://schemas.openxmlformats.org/drawingml/2006/main">
            <a:srgbClr val="DCA12A"/>
          </a:solidFill>
          <a:ln xmlns:a="http://schemas.openxmlformats.org/drawingml/2006/main" w="4763">
            <a:solidFill>
              <a:srgbClr val="DCA12A"/>
            </a:solidFill>
          </a:ln>
        </p:spPr>
      </p:sp>
      <p:sp>
        <p:nvSpPr>
          <p:cNvPr id="31" name="ASSET_A01_O01">
            <a:extLst xmlns:a="http://schemas.openxmlformats.org/drawingml/2006/main">
              <a:ext uri="{FF2B5EF4-FFF2-40B4-BE49-F238E27FC236}">
                <a16:creationId xmlns:a16="http://schemas.microsoft.com/office/drawing/2014/main" id="{04FE3C2B-B71F-4723-93EF-5F2516D2BF5E}"/>
              </a:ext>
            </a:extLst>
          </p:cNvPr>
          <p:cNvSpPr>
            <a:spLocks xmlns:a="http://schemas.openxmlformats.org/drawingml/2006/main" noGrp="1"/>
          </p:cNvSpPr>
          <p:nvPr/>
        </p:nvSpPr>
        <p:spPr>
          <a:xfrm xmlns:a="http://schemas.openxmlformats.org/drawingml/2006/main">
            <a:off x="801632" y="1790700"/>
            <a:ext cx="1863836" cy="1323975"/>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32" name="GUIDE_BADGE_O01">
            <a:extLst xmlns:a="http://schemas.openxmlformats.org/drawingml/2006/main">
              <a:ext uri="{FF2B5EF4-FFF2-40B4-BE49-F238E27FC236}">
                <a16:creationId xmlns:a16="http://schemas.microsoft.com/office/drawing/2014/main" id="{DE292780-2D0A-4430-8B55-ED06E1ECE4A9}"/>
              </a:ext>
            </a:extLst>
          </p:cNvPr>
          <p:cNvSpPr>
            <a:spLocks xmlns:a="http://schemas.openxmlformats.org/drawingml/2006/main" noGrp="1"/>
          </p:cNvSpPr>
          <p:nvPr/>
        </p:nvSpPr>
        <p:spPr>
          <a:xfrm xmlns:a="http://schemas.openxmlformats.org/drawingml/2006/main">
            <a:off x="2217792" y="2895600"/>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33" name="TXT_GUIDE_O01">
            <a:extLst xmlns:a="http://schemas.openxmlformats.org/drawingml/2006/main">
              <a:ext uri="{FF2B5EF4-FFF2-40B4-BE49-F238E27FC236}">
                <a16:creationId xmlns:a16="http://schemas.microsoft.com/office/drawing/2014/main" id="{4BD95CAA-1DEE-4340-B41F-FF2176F5F497}"/>
              </a:ext>
            </a:extLst>
          </p:cNvPr>
          <p:cNvSpPr>
            <a:spLocks xmlns:a="http://schemas.openxmlformats.org/drawingml/2006/main" noGrp="1"/>
          </p:cNvSpPr>
          <p:nvPr/>
        </p:nvSpPr>
        <p:spPr>
          <a:xfrm xmlns:a="http://schemas.openxmlformats.org/drawingml/2006/main">
            <a:off x="2227317" y="2895600"/>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A01</a:t>
            </a:r>
          </a:p>
        </p:txBody>
      </p:sp>
      <p:sp>
        <p:nvSpPr>
          <p:cNvPr id="34" name="ASSET_A02_O02">
            <a:extLst xmlns:a="http://schemas.openxmlformats.org/drawingml/2006/main">
              <a:ext uri="{FF2B5EF4-FFF2-40B4-BE49-F238E27FC236}">
                <a16:creationId xmlns:a16="http://schemas.microsoft.com/office/drawing/2014/main" id="{3B21A3CD-EBB2-47A1-90D2-CE66C494F23B}"/>
              </a:ext>
            </a:extLst>
          </p:cNvPr>
          <p:cNvSpPr>
            <a:spLocks xmlns:a="http://schemas.openxmlformats.org/drawingml/2006/main" noGrp="1"/>
          </p:cNvSpPr>
          <p:nvPr/>
        </p:nvSpPr>
        <p:spPr>
          <a:xfrm xmlns:a="http://schemas.openxmlformats.org/drawingml/2006/main">
            <a:off x="1030159" y="4514850"/>
            <a:ext cx="1340106" cy="838200"/>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35" name="GUIDE_BADGE_O02">
            <a:extLst xmlns:a="http://schemas.openxmlformats.org/drawingml/2006/main">
              <a:ext uri="{FF2B5EF4-FFF2-40B4-BE49-F238E27FC236}">
                <a16:creationId xmlns:a16="http://schemas.microsoft.com/office/drawing/2014/main" id="{72F83A25-AF11-4313-B48C-106E9BDE6D97}"/>
              </a:ext>
            </a:extLst>
          </p:cNvPr>
          <p:cNvSpPr>
            <a:spLocks xmlns:a="http://schemas.openxmlformats.org/drawingml/2006/main" noGrp="1"/>
          </p:cNvSpPr>
          <p:nvPr/>
        </p:nvSpPr>
        <p:spPr>
          <a:xfrm xmlns:a="http://schemas.openxmlformats.org/drawingml/2006/main">
            <a:off x="1922590" y="5133975"/>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36" name="TXT_GUIDE_O02">
            <a:extLst xmlns:a="http://schemas.openxmlformats.org/drawingml/2006/main">
              <a:ext uri="{FF2B5EF4-FFF2-40B4-BE49-F238E27FC236}">
                <a16:creationId xmlns:a16="http://schemas.microsoft.com/office/drawing/2014/main" id="{CEF30584-F0FB-48B2-9AAD-22F33138C95E}"/>
              </a:ext>
            </a:extLst>
          </p:cNvPr>
          <p:cNvSpPr>
            <a:spLocks xmlns:a="http://schemas.openxmlformats.org/drawingml/2006/main" noGrp="1"/>
          </p:cNvSpPr>
          <p:nvPr/>
        </p:nvSpPr>
        <p:spPr>
          <a:xfrm xmlns:a="http://schemas.openxmlformats.org/drawingml/2006/main">
            <a:off x="1932115" y="513397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A02</a:t>
            </a:r>
          </a:p>
        </p:txBody>
      </p:sp>
      <p:sp>
        <p:nvSpPr>
          <p:cNvPr id="37" name="ASSET_A03_O03">
            <a:extLst xmlns:a="http://schemas.openxmlformats.org/drawingml/2006/main">
              <a:ext uri="{FF2B5EF4-FFF2-40B4-BE49-F238E27FC236}">
                <a16:creationId xmlns:a16="http://schemas.microsoft.com/office/drawing/2014/main" id="{E525A91A-D62F-4439-8E9D-29DC2AC5FAA8}"/>
              </a:ext>
            </a:extLst>
          </p:cNvPr>
          <p:cNvSpPr>
            <a:spLocks xmlns:a="http://schemas.openxmlformats.org/drawingml/2006/main" noGrp="1"/>
          </p:cNvSpPr>
          <p:nvPr/>
        </p:nvSpPr>
        <p:spPr>
          <a:xfrm xmlns:a="http://schemas.openxmlformats.org/drawingml/2006/main">
            <a:off x="528638" y="6096000"/>
            <a:ext cx="2371725" cy="1581150"/>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38" name="GUIDE_BADGE_O03">
            <a:extLst xmlns:a="http://schemas.openxmlformats.org/drawingml/2006/main">
              <a:ext uri="{FF2B5EF4-FFF2-40B4-BE49-F238E27FC236}">
                <a16:creationId xmlns:a16="http://schemas.microsoft.com/office/drawing/2014/main" id="{C9F63F79-F151-42DC-9A42-6A50C1A27A48}"/>
              </a:ext>
            </a:extLst>
          </p:cNvPr>
          <p:cNvSpPr>
            <a:spLocks xmlns:a="http://schemas.openxmlformats.org/drawingml/2006/main" noGrp="1"/>
          </p:cNvSpPr>
          <p:nvPr/>
        </p:nvSpPr>
        <p:spPr>
          <a:xfrm xmlns:a="http://schemas.openxmlformats.org/drawingml/2006/main">
            <a:off x="2452688" y="7458075"/>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39" name="TXT_GUIDE_O03">
            <a:extLst xmlns:a="http://schemas.openxmlformats.org/drawingml/2006/main">
              <a:ext uri="{FF2B5EF4-FFF2-40B4-BE49-F238E27FC236}">
                <a16:creationId xmlns:a16="http://schemas.microsoft.com/office/drawing/2014/main" id="{056D6D99-6E8C-4532-85DC-163CF4A19A69}"/>
              </a:ext>
            </a:extLst>
          </p:cNvPr>
          <p:cNvSpPr>
            <a:spLocks xmlns:a="http://schemas.openxmlformats.org/drawingml/2006/main" noGrp="1"/>
          </p:cNvSpPr>
          <p:nvPr/>
        </p:nvSpPr>
        <p:spPr>
          <a:xfrm xmlns:a="http://schemas.openxmlformats.org/drawingml/2006/main">
            <a:off x="2462213" y="745807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A03</a:t>
            </a:r>
          </a:p>
        </p:txBody>
      </p:sp>
      <p:sp>
        <p:nvSpPr>
          <p:cNvPr id="40" name="ASSET_A04_O04">
            <a:extLst xmlns:a="http://schemas.openxmlformats.org/drawingml/2006/main">
              <a:ext uri="{FF2B5EF4-FFF2-40B4-BE49-F238E27FC236}">
                <a16:creationId xmlns:a16="http://schemas.microsoft.com/office/drawing/2014/main" id="{2B52CD46-4C6B-4E28-A06F-A84E78A543D3}"/>
              </a:ext>
            </a:extLst>
          </p:cNvPr>
          <p:cNvSpPr>
            <a:spLocks xmlns:a="http://schemas.openxmlformats.org/drawingml/2006/main" noGrp="1"/>
          </p:cNvSpPr>
          <p:nvPr/>
        </p:nvSpPr>
        <p:spPr>
          <a:xfrm xmlns:a="http://schemas.openxmlformats.org/drawingml/2006/main">
            <a:off x="4010025" y="1897856"/>
            <a:ext cx="2238375" cy="1119188"/>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41" name="GUIDE_BADGE_O04">
            <a:extLst xmlns:a="http://schemas.openxmlformats.org/drawingml/2006/main">
              <a:ext uri="{FF2B5EF4-FFF2-40B4-BE49-F238E27FC236}">
                <a16:creationId xmlns:a16="http://schemas.microsoft.com/office/drawing/2014/main" id="{64F10882-8CAB-4B8D-8087-AA4FBA96C58E}"/>
              </a:ext>
            </a:extLst>
          </p:cNvPr>
          <p:cNvSpPr>
            <a:spLocks xmlns:a="http://schemas.openxmlformats.org/drawingml/2006/main" noGrp="1"/>
          </p:cNvSpPr>
          <p:nvPr/>
        </p:nvSpPr>
        <p:spPr>
          <a:xfrm xmlns:a="http://schemas.openxmlformats.org/drawingml/2006/main">
            <a:off x="5800725" y="2797969"/>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42" name="TXT_GUIDE_O04">
            <a:extLst xmlns:a="http://schemas.openxmlformats.org/drawingml/2006/main">
              <a:ext uri="{FF2B5EF4-FFF2-40B4-BE49-F238E27FC236}">
                <a16:creationId xmlns:a16="http://schemas.microsoft.com/office/drawing/2014/main" id="{6AEE7E61-1C68-407A-9AD7-75F0DF6EF954}"/>
              </a:ext>
            </a:extLst>
          </p:cNvPr>
          <p:cNvSpPr>
            <a:spLocks xmlns:a="http://schemas.openxmlformats.org/drawingml/2006/main" noGrp="1"/>
          </p:cNvSpPr>
          <p:nvPr/>
        </p:nvSpPr>
        <p:spPr>
          <a:xfrm xmlns:a="http://schemas.openxmlformats.org/drawingml/2006/main">
            <a:off x="5810250" y="2797969"/>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A04</a:t>
            </a:r>
          </a:p>
        </p:txBody>
      </p:sp>
      <p:sp>
        <p:nvSpPr>
          <p:cNvPr id="43" name="ASSET_A05_O05">
            <a:extLst xmlns:a="http://schemas.openxmlformats.org/drawingml/2006/main">
              <a:ext uri="{FF2B5EF4-FFF2-40B4-BE49-F238E27FC236}">
                <a16:creationId xmlns:a16="http://schemas.microsoft.com/office/drawing/2014/main" id="{AF140BD3-9761-4D88-9BD3-0CCC671BB430}"/>
              </a:ext>
            </a:extLst>
          </p:cNvPr>
          <p:cNvSpPr>
            <a:spLocks xmlns:a="http://schemas.openxmlformats.org/drawingml/2006/main" noGrp="1"/>
          </p:cNvSpPr>
          <p:nvPr/>
        </p:nvSpPr>
        <p:spPr>
          <a:xfrm xmlns:a="http://schemas.openxmlformats.org/drawingml/2006/main">
            <a:off x="4724400" y="4400550"/>
            <a:ext cx="857250" cy="1285875"/>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44" name="GUIDE_BADGE_O05">
            <a:extLst xmlns:a="http://schemas.openxmlformats.org/drawingml/2006/main">
              <a:ext uri="{FF2B5EF4-FFF2-40B4-BE49-F238E27FC236}">
                <a16:creationId xmlns:a16="http://schemas.microsoft.com/office/drawing/2014/main" id="{D855B06E-0316-404A-8F92-7B612AA0CFEE}"/>
              </a:ext>
            </a:extLst>
          </p:cNvPr>
          <p:cNvSpPr>
            <a:spLocks xmlns:a="http://schemas.openxmlformats.org/drawingml/2006/main" noGrp="1"/>
          </p:cNvSpPr>
          <p:nvPr/>
        </p:nvSpPr>
        <p:spPr>
          <a:xfrm xmlns:a="http://schemas.openxmlformats.org/drawingml/2006/main">
            <a:off x="5133975" y="5467350"/>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45" name="TXT_GUIDE_O05">
            <a:extLst xmlns:a="http://schemas.openxmlformats.org/drawingml/2006/main">
              <a:ext uri="{FF2B5EF4-FFF2-40B4-BE49-F238E27FC236}">
                <a16:creationId xmlns:a16="http://schemas.microsoft.com/office/drawing/2014/main" id="{356FE6BD-22B8-4F39-BBBF-399058AB956C}"/>
              </a:ext>
            </a:extLst>
          </p:cNvPr>
          <p:cNvSpPr>
            <a:spLocks xmlns:a="http://schemas.openxmlformats.org/drawingml/2006/main" noGrp="1"/>
          </p:cNvSpPr>
          <p:nvPr/>
        </p:nvSpPr>
        <p:spPr>
          <a:xfrm xmlns:a="http://schemas.openxmlformats.org/drawingml/2006/main">
            <a:off x="5143500" y="5467350"/>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A05</a:t>
            </a:r>
          </a:p>
        </p:txBody>
      </p:sp>
      <p:sp>
        <p:nvSpPr>
          <p:cNvPr id="46" name="ASSET_A05_O06">
            <a:extLst xmlns:a="http://schemas.openxmlformats.org/drawingml/2006/main">
              <a:ext uri="{FF2B5EF4-FFF2-40B4-BE49-F238E27FC236}">
                <a16:creationId xmlns:a16="http://schemas.microsoft.com/office/drawing/2014/main" id="{CC409C9E-3F07-41CA-A0F2-45CA2A67432C}"/>
              </a:ext>
            </a:extLst>
          </p:cNvPr>
          <p:cNvSpPr>
            <a:spLocks xmlns:a="http://schemas.openxmlformats.org/drawingml/2006/main" noGrp="1"/>
          </p:cNvSpPr>
          <p:nvPr/>
        </p:nvSpPr>
        <p:spPr>
          <a:xfrm xmlns:a="http://schemas.openxmlformats.org/drawingml/2006/main">
            <a:off x="4733925" y="6953250"/>
            <a:ext cx="838200" cy="1257300"/>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47" name="GUIDE_BADGE_O06">
            <a:extLst xmlns:a="http://schemas.openxmlformats.org/drawingml/2006/main">
              <a:ext uri="{FF2B5EF4-FFF2-40B4-BE49-F238E27FC236}">
                <a16:creationId xmlns:a16="http://schemas.microsoft.com/office/drawing/2014/main" id="{C5FF0347-C751-4AB6-A770-C0BA5145C6D2}"/>
              </a:ext>
            </a:extLst>
          </p:cNvPr>
          <p:cNvSpPr>
            <a:spLocks xmlns:a="http://schemas.openxmlformats.org/drawingml/2006/main" noGrp="1"/>
          </p:cNvSpPr>
          <p:nvPr/>
        </p:nvSpPr>
        <p:spPr>
          <a:xfrm xmlns:a="http://schemas.openxmlformats.org/drawingml/2006/main">
            <a:off x="5124450" y="7991475"/>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48" name="TXT_GUIDE_O06">
            <a:extLst xmlns:a="http://schemas.openxmlformats.org/drawingml/2006/main">
              <a:ext uri="{FF2B5EF4-FFF2-40B4-BE49-F238E27FC236}">
                <a16:creationId xmlns:a16="http://schemas.microsoft.com/office/drawing/2014/main" id="{6C264D09-1838-40BF-86AA-6BBFFA7E5E33}"/>
              </a:ext>
            </a:extLst>
          </p:cNvPr>
          <p:cNvSpPr>
            <a:spLocks xmlns:a="http://schemas.openxmlformats.org/drawingml/2006/main" noGrp="1"/>
          </p:cNvSpPr>
          <p:nvPr/>
        </p:nvSpPr>
        <p:spPr>
          <a:xfrm xmlns:a="http://schemas.openxmlformats.org/drawingml/2006/main">
            <a:off x="5133975" y="799147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A05</a:t>
            </a:r>
          </a:p>
        </p:txBody>
      </p:sp>
      <p:sp>
        <p:nvSpPr>
          <p:cNvPr id="49" name="ASSET_A06_O07">
            <a:extLst xmlns:a="http://schemas.openxmlformats.org/drawingml/2006/main">
              <a:ext uri="{FF2B5EF4-FFF2-40B4-BE49-F238E27FC236}">
                <a16:creationId xmlns:a16="http://schemas.microsoft.com/office/drawing/2014/main" id="{9E111664-16A6-42E3-A887-4962317D4184}"/>
              </a:ext>
            </a:extLst>
          </p:cNvPr>
          <p:cNvSpPr>
            <a:spLocks xmlns:a="http://schemas.openxmlformats.org/drawingml/2006/main" noGrp="1"/>
          </p:cNvSpPr>
          <p:nvPr/>
        </p:nvSpPr>
        <p:spPr>
          <a:xfrm xmlns:a="http://schemas.openxmlformats.org/drawingml/2006/main">
            <a:off x="8220075" y="981075"/>
            <a:ext cx="685800" cy="685800"/>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50" name="GUIDE_BADGE_O07">
            <a:extLst xmlns:a="http://schemas.openxmlformats.org/drawingml/2006/main">
              <a:ext uri="{FF2B5EF4-FFF2-40B4-BE49-F238E27FC236}">
                <a16:creationId xmlns:a16="http://schemas.microsoft.com/office/drawing/2014/main" id="{99ABDF3F-6A61-43FC-BE2E-EF21DD65DF1C}"/>
              </a:ext>
            </a:extLst>
          </p:cNvPr>
          <p:cNvSpPr>
            <a:spLocks xmlns:a="http://schemas.openxmlformats.org/drawingml/2006/main" noGrp="1"/>
          </p:cNvSpPr>
          <p:nvPr/>
        </p:nvSpPr>
        <p:spPr>
          <a:xfrm xmlns:a="http://schemas.openxmlformats.org/drawingml/2006/main">
            <a:off x="8458200" y="1447800"/>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51" name="TXT_GUIDE_O07">
            <a:extLst xmlns:a="http://schemas.openxmlformats.org/drawingml/2006/main">
              <a:ext uri="{FF2B5EF4-FFF2-40B4-BE49-F238E27FC236}">
                <a16:creationId xmlns:a16="http://schemas.microsoft.com/office/drawing/2014/main" id="{E803B0DC-7477-4A98-B7D9-62DEEC9310C3}"/>
              </a:ext>
            </a:extLst>
          </p:cNvPr>
          <p:cNvSpPr>
            <a:spLocks xmlns:a="http://schemas.openxmlformats.org/drawingml/2006/main" noGrp="1"/>
          </p:cNvSpPr>
          <p:nvPr/>
        </p:nvSpPr>
        <p:spPr>
          <a:xfrm xmlns:a="http://schemas.openxmlformats.org/drawingml/2006/main">
            <a:off x="8467725" y="1447800"/>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A06</a:t>
            </a:r>
          </a:p>
        </p:txBody>
      </p:sp>
      <p:sp>
        <p:nvSpPr>
          <p:cNvPr id="52" name="ASSET_A06_O08">
            <a:extLst xmlns:a="http://schemas.openxmlformats.org/drawingml/2006/main">
              <a:ext uri="{FF2B5EF4-FFF2-40B4-BE49-F238E27FC236}">
                <a16:creationId xmlns:a16="http://schemas.microsoft.com/office/drawing/2014/main" id="{410A14B4-BAC2-4D01-B7B3-82AC01E1F36A}"/>
              </a:ext>
            </a:extLst>
          </p:cNvPr>
          <p:cNvSpPr>
            <a:spLocks xmlns:a="http://schemas.openxmlformats.org/drawingml/2006/main" noGrp="1"/>
          </p:cNvSpPr>
          <p:nvPr/>
        </p:nvSpPr>
        <p:spPr>
          <a:xfrm xmlns:a="http://schemas.openxmlformats.org/drawingml/2006/main">
            <a:off x="8220075" y="3552825"/>
            <a:ext cx="685800" cy="685800"/>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53" name="GUIDE_BADGE_O08">
            <a:extLst xmlns:a="http://schemas.openxmlformats.org/drawingml/2006/main">
              <a:ext uri="{FF2B5EF4-FFF2-40B4-BE49-F238E27FC236}">
                <a16:creationId xmlns:a16="http://schemas.microsoft.com/office/drawing/2014/main" id="{691424A4-AD2F-4EF2-A451-A4B33C779013}"/>
              </a:ext>
            </a:extLst>
          </p:cNvPr>
          <p:cNvSpPr>
            <a:spLocks xmlns:a="http://schemas.openxmlformats.org/drawingml/2006/main" noGrp="1"/>
          </p:cNvSpPr>
          <p:nvPr/>
        </p:nvSpPr>
        <p:spPr>
          <a:xfrm xmlns:a="http://schemas.openxmlformats.org/drawingml/2006/main">
            <a:off x="8458200" y="4019550"/>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54" name="TXT_GUIDE_O08">
            <a:extLst xmlns:a="http://schemas.openxmlformats.org/drawingml/2006/main">
              <a:ext uri="{FF2B5EF4-FFF2-40B4-BE49-F238E27FC236}">
                <a16:creationId xmlns:a16="http://schemas.microsoft.com/office/drawing/2014/main" id="{9BA4948F-7980-4CED-8F5F-F06D5AF72A4F}"/>
              </a:ext>
            </a:extLst>
          </p:cNvPr>
          <p:cNvSpPr>
            <a:spLocks xmlns:a="http://schemas.openxmlformats.org/drawingml/2006/main" noGrp="1"/>
          </p:cNvSpPr>
          <p:nvPr/>
        </p:nvSpPr>
        <p:spPr>
          <a:xfrm xmlns:a="http://schemas.openxmlformats.org/drawingml/2006/main">
            <a:off x="8467725" y="4019550"/>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A06</a:t>
            </a:r>
          </a:p>
        </p:txBody>
      </p:sp>
      <p:sp>
        <p:nvSpPr>
          <p:cNvPr id="55" name="ASSET_A06_O09">
            <a:extLst xmlns:a="http://schemas.openxmlformats.org/drawingml/2006/main">
              <a:ext uri="{FF2B5EF4-FFF2-40B4-BE49-F238E27FC236}">
                <a16:creationId xmlns:a16="http://schemas.microsoft.com/office/drawing/2014/main" id="{6FBEA4C7-719E-4D9D-9496-B6DF6ABB4218}"/>
              </a:ext>
            </a:extLst>
          </p:cNvPr>
          <p:cNvSpPr>
            <a:spLocks xmlns:a="http://schemas.openxmlformats.org/drawingml/2006/main" noGrp="1"/>
          </p:cNvSpPr>
          <p:nvPr/>
        </p:nvSpPr>
        <p:spPr>
          <a:xfrm xmlns:a="http://schemas.openxmlformats.org/drawingml/2006/main">
            <a:off x="8220075" y="6229350"/>
            <a:ext cx="685800" cy="685800"/>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56" name="GUIDE_BADGE_O09">
            <a:extLst xmlns:a="http://schemas.openxmlformats.org/drawingml/2006/main">
              <a:ext uri="{FF2B5EF4-FFF2-40B4-BE49-F238E27FC236}">
                <a16:creationId xmlns:a16="http://schemas.microsoft.com/office/drawing/2014/main" id="{1373115C-63DC-4B55-A16B-B72C49E2741D}"/>
              </a:ext>
            </a:extLst>
          </p:cNvPr>
          <p:cNvSpPr>
            <a:spLocks xmlns:a="http://schemas.openxmlformats.org/drawingml/2006/main" noGrp="1"/>
          </p:cNvSpPr>
          <p:nvPr/>
        </p:nvSpPr>
        <p:spPr>
          <a:xfrm xmlns:a="http://schemas.openxmlformats.org/drawingml/2006/main">
            <a:off x="8458200" y="6696075"/>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57" name="TXT_GUIDE_O09">
            <a:extLst xmlns:a="http://schemas.openxmlformats.org/drawingml/2006/main">
              <a:ext uri="{FF2B5EF4-FFF2-40B4-BE49-F238E27FC236}">
                <a16:creationId xmlns:a16="http://schemas.microsoft.com/office/drawing/2014/main" id="{FD3CD513-0802-4E27-A8DE-6153A5D55B3C}"/>
              </a:ext>
            </a:extLst>
          </p:cNvPr>
          <p:cNvSpPr>
            <a:spLocks xmlns:a="http://schemas.openxmlformats.org/drawingml/2006/main" noGrp="1"/>
          </p:cNvSpPr>
          <p:nvPr/>
        </p:nvSpPr>
        <p:spPr>
          <a:xfrm xmlns:a="http://schemas.openxmlformats.org/drawingml/2006/main">
            <a:off x="8467725" y="669607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A06</a:t>
            </a:r>
          </a:p>
        </p:txBody>
      </p:sp>
      <p:sp>
        <p:nvSpPr>
          <p:cNvPr id="58" name="ASSET_A07_O10">
            <a:extLst xmlns:a="http://schemas.openxmlformats.org/drawingml/2006/main">
              <a:ext uri="{FF2B5EF4-FFF2-40B4-BE49-F238E27FC236}">
                <a16:creationId xmlns:a16="http://schemas.microsoft.com/office/drawing/2014/main" id="{2148F469-8E29-490A-8350-000E77E5E0DC}"/>
              </a:ext>
            </a:extLst>
          </p:cNvPr>
          <p:cNvSpPr>
            <a:spLocks xmlns:a="http://schemas.openxmlformats.org/drawingml/2006/main" noGrp="1"/>
          </p:cNvSpPr>
          <p:nvPr/>
        </p:nvSpPr>
        <p:spPr>
          <a:xfrm xmlns:a="http://schemas.openxmlformats.org/drawingml/2006/main">
            <a:off x="7707313" y="1762125"/>
            <a:ext cx="711200" cy="1066800"/>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59" name="GUIDE_BADGE_O10">
            <a:extLst xmlns:a="http://schemas.openxmlformats.org/drawingml/2006/main">
              <a:ext uri="{FF2B5EF4-FFF2-40B4-BE49-F238E27FC236}">
                <a16:creationId xmlns:a16="http://schemas.microsoft.com/office/drawing/2014/main" id="{B332618F-7FDA-4D33-B4A1-805D430ADDBD}"/>
              </a:ext>
            </a:extLst>
          </p:cNvPr>
          <p:cNvSpPr>
            <a:spLocks xmlns:a="http://schemas.openxmlformats.org/drawingml/2006/main" noGrp="1"/>
          </p:cNvSpPr>
          <p:nvPr/>
        </p:nvSpPr>
        <p:spPr>
          <a:xfrm xmlns:a="http://schemas.openxmlformats.org/drawingml/2006/main">
            <a:off x="7970838" y="2609850"/>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60" name="TXT_GUIDE_O10">
            <a:extLst xmlns:a="http://schemas.openxmlformats.org/drawingml/2006/main">
              <a:ext uri="{FF2B5EF4-FFF2-40B4-BE49-F238E27FC236}">
                <a16:creationId xmlns:a16="http://schemas.microsoft.com/office/drawing/2014/main" id="{CCD5C543-2E19-461E-89FD-229FA2ADC9EF}"/>
              </a:ext>
            </a:extLst>
          </p:cNvPr>
          <p:cNvSpPr>
            <a:spLocks xmlns:a="http://schemas.openxmlformats.org/drawingml/2006/main" noGrp="1"/>
          </p:cNvSpPr>
          <p:nvPr/>
        </p:nvSpPr>
        <p:spPr>
          <a:xfrm xmlns:a="http://schemas.openxmlformats.org/drawingml/2006/main">
            <a:off x="7980363" y="2609850"/>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A07</a:t>
            </a:r>
          </a:p>
        </p:txBody>
      </p:sp>
      <p:sp>
        <p:nvSpPr>
          <p:cNvPr id="61" name="ASSET_A07_O11">
            <a:extLst xmlns:a="http://schemas.openxmlformats.org/drawingml/2006/main">
              <a:ext uri="{FF2B5EF4-FFF2-40B4-BE49-F238E27FC236}">
                <a16:creationId xmlns:a16="http://schemas.microsoft.com/office/drawing/2014/main" id="{FF11FC78-3515-45C9-B452-EA29FE1C220B}"/>
              </a:ext>
            </a:extLst>
          </p:cNvPr>
          <p:cNvSpPr>
            <a:spLocks xmlns:a="http://schemas.openxmlformats.org/drawingml/2006/main" noGrp="1"/>
          </p:cNvSpPr>
          <p:nvPr/>
        </p:nvSpPr>
        <p:spPr>
          <a:xfrm xmlns:a="http://schemas.openxmlformats.org/drawingml/2006/main">
            <a:off x="7694612" y="4314825"/>
            <a:ext cx="755650" cy="1133475"/>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62" name="GUIDE_BADGE_O11">
            <a:extLst xmlns:a="http://schemas.openxmlformats.org/drawingml/2006/main">
              <a:ext uri="{FF2B5EF4-FFF2-40B4-BE49-F238E27FC236}">
                <a16:creationId xmlns:a16="http://schemas.microsoft.com/office/drawing/2014/main" id="{9744E185-6772-4031-8C78-72910E6BF7A3}"/>
              </a:ext>
            </a:extLst>
          </p:cNvPr>
          <p:cNvSpPr>
            <a:spLocks xmlns:a="http://schemas.openxmlformats.org/drawingml/2006/main" noGrp="1"/>
          </p:cNvSpPr>
          <p:nvPr/>
        </p:nvSpPr>
        <p:spPr>
          <a:xfrm xmlns:a="http://schemas.openxmlformats.org/drawingml/2006/main">
            <a:off x="8002587" y="5229225"/>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63" name="TXT_GUIDE_O11">
            <a:extLst xmlns:a="http://schemas.openxmlformats.org/drawingml/2006/main">
              <a:ext uri="{FF2B5EF4-FFF2-40B4-BE49-F238E27FC236}">
                <a16:creationId xmlns:a16="http://schemas.microsoft.com/office/drawing/2014/main" id="{A8560370-EE1E-419E-873C-0FBCEF8050C9}"/>
              </a:ext>
            </a:extLst>
          </p:cNvPr>
          <p:cNvSpPr>
            <a:spLocks xmlns:a="http://schemas.openxmlformats.org/drawingml/2006/main" noGrp="1"/>
          </p:cNvSpPr>
          <p:nvPr/>
        </p:nvSpPr>
        <p:spPr>
          <a:xfrm xmlns:a="http://schemas.openxmlformats.org/drawingml/2006/main">
            <a:off x="8012112" y="52292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A07</a:t>
            </a:r>
          </a:p>
        </p:txBody>
      </p:sp>
      <p:sp>
        <p:nvSpPr>
          <p:cNvPr id="64" name="ASSET_A08_O12">
            <a:extLst xmlns:a="http://schemas.openxmlformats.org/drawingml/2006/main">
              <a:ext uri="{FF2B5EF4-FFF2-40B4-BE49-F238E27FC236}">
                <a16:creationId xmlns:a16="http://schemas.microsoft.com/office/drawing/2014/main" id="{7E55FB44-2681-409A-BDAF-BAE915D4AE4D}"/>
              </a:ext>
            </a:extLst>
          </p:cNvPr>
          <p:cNvSpPr>
            <a:spLocks xmlns:a="http://schemas.openxmlformats.org/drawingml/2006/main" noGrp="1"/>
          </p:cNvSpPr>
          <p:nvPr/>
        </p:nvSpPr>
        <p:spPr>
          <a:xfrm xmlns:a="http://schemas.openxmlformats.org/drawingml/2006/main">
            <a:off x="7700963" y="7000875"/>
            <a:ext cx="742950" cy="1114425"/>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65" name="GUIDE_BADGE_O12">
            <a:extLst xmlns:a="http://schemas.openxmlformats.org/drawingml/2006/main">
              <a:ext uri="{FF2B5EF4-FFF2-40B4-BE49-F238E27FC236}">
                <a16:creationId xmlns:a16="http://schemas.microsoft.com/office/drawing/2014/main" id="{82888982-4E71-4792-ACA6-4FE20188E9E6}"/>
              </a:ext>
            </a:extLst>
          </p:cNvPr>
          <p:cNvSpPr>
            <a:spLocks xmlns:a="http://schemas.openxmlformats.org/drawingml/2006/main" noGrp="1"/>
          </p:cNvSpPr>
          <p:nvPr/>
        </p:nvSpPr>
        <p:spPr>
          <a:xfrm xmlns:a="http://schemas.openxmlformats.org/drawingml/2006/main">
            <a:off x="7996238" y="7896225"/>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66" name="TXT_GUIDE_O12">
            <a:extLst xmlns:a="http://schemas.openxmlformats.org/drawingml/2006/main">
              <a:ext uri="{FF2B5EF4-FFF2-40B4-BE49-F238E27FC236}">
                <a16:creationId xmlns:a16="http://schemas.microsoft.com/office/drawing/2014/main" id="{D613B5E2-8036-4884-9AE6-2F7727E23EB7}"/>
              </a:ext>
            </a:extLst>
          </p:cNvPr>
          <p:cNvSpPr>
            <a:spLocks xmlns:a="http://schemas.openxmlformats.org/drawingml/2006/main" noGrp="1"/>
          </p:cNvSpPr>
          <p:nvPr/>
        </p:nvSpPr>
        <p:spPr>
          <a:xfrm xmlns:a="http://schemas.openxmlformats.org/drawingml/2006/main">
            <a:off x="8005763" y="78962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A08</a:t>
            </a:r>
          </a:p>
        </p:txBody>
      </p:sp>
      <p:sp>
        <p:nvSpPr>
          <p:cNvPr id="67" name="ASSET_A09_O13">
            <a:extLst xmlns:a="http://schemas.openxmlformats.org/drawingml/2006/main">
              <a:ext uri="{FF2B5EF4-FFF2-40B4-BE49-F238E27FC236}">
                <a16:creationId xmlns:a16="http://schemas.microsoft.com/office/drawing/2014/main" id="{42925871-25A1-4BDF-8010-0CDC68560299}"/>
              </a:ext>
            </a:extLst>
          </p:cNvPr>
          <p:cNvSpPr>
            <a:spLocks xmlns:a="http://schemas.openxmlformats.org/drawingml/2006/main" noGrp="1"/>
          </p:cNvSpPr>
          <p:nvPr/>
        </p:nvSpPr>
        <p:spPr>
          <a:xfrm xmlns:a="http://schemas.openxmlformats.org/drawingml/2006/main">
            <a:off x="11744325" y="2135041"/>
            <a:ext cx="3476625" cy="2473618"/>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68" name="GUIDE_BADGE_O13">
            <a:extLst xmlns:a="http://schemas.openxmlformats.org/drawingml/2006/main">
              <a:ext uri="{FF2B5EF4-FFF2-40B4-BE49-F238E27FC236}">
                <a16:creationId xmlns:a16="http://schemas.microsoft.com/office/drawing/2014/main" id="{C10A952E-2133-48C4-B46F-01E811F9AA4F}"/>
              </a:ext>
            </a:extLst>
          </p:cNvPr>
          <p:cNvSpPr>
            <a:spLocks xmlns:a="http://schemas.openxmlformats.org/drawingml/2006/main" noGrp="1"/>
          </p:cNvSpPr>
          <p:nvPr/>
        </p:nvSpPr>
        <p:spPr>
          <a:xfrm xmlns:a="http://schemas.openxmlformats.org/drawingml/2006/main">
            <a:off x="14773275" y="4389584"/>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69" name="TXT_GUIDE_O13">
            <a:extLst xmlns:a="http://schemas.openxmlformats.org/drawingml/2006/main">
              <a:ext uri="{FF2B5EF4-FFF2-40B4-BE49-F238E27FC236}">
                <a16:creationId xmlns:a16="http://schemas.microsoft.com/office/drawing/2014/main" id="{1652A3A9-11D0-464A-A4B5-456FA7803623}"/>
              </a:ext>
            </a:extLst>
          </p:cNvPr>
          <p:cNvSpPr>
            <a:spLocks xmlns:a="http://schemas.openxmlformats.org/drawingml/2006/main" noGrp="1"/>
          </p:cNvSpPr>
          <p:nvPr/>
        </p:nvSpPr>
        <p:spPr>
          <a:xfrm xmlns:a="http://schemas.openxmlformats.org/drawingml/2006/main">
            <a:off x="14782800" y="4389584"/>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A09</a:t>
            </a:r>
          </a:p>
        </p:txBody>
      </p:sp>
      <p:sp>
        <p:nvSpPr>
          <p:cNvPr id="70" name="ASSET_A10_O14">
            <a:extLst xmlns:a="http://schemas.openxmlformats.org/drawingml/2006/main">
              <a:ext uri="{FF2B5EF4-FFF2-40B4-BE49-F238E27FC236}">
                <a16:creationId xmlns:a16="http://schemas.microsoft.com/office/drawing/2014/main" id="{76F901B3-6469-420E-AA96-24B360E3844D}"/>
              </a:ext>
            </a:extLst>
          </p:cNvPr>
          <p:cNvSpPr>
            <a:spLocks xmlns:a="http://schemas.openxmlformats.org/drawingml/2006/main" noGrp="1"/>
          </p:cNvSpPr>
          <p:nvPr/>
        </p:nvSpPr>
        <p:spPr>
          <a:xfrm xmlns:a="http://schemas.openxmlformats.org/drawingml/2006/main">
            <a:off x="12201525" y="3400958"/>
            <a:ext cx="866775" cy="1437209"/>
          </a:xfrm>
          <a:prstGeom xmlns:a="http://schemas.openxmlformats.org/drawingml/2006/main" prst="rect">
            <a:avLst/>
          </a:prstGeom>
          <a:solidFill xmlns:a="http://schemas.openxmlformats.org/drawingml/2006/main">
            <a:srgbClr val="DAE9F6">
              <a:alpha val="32000"/>
            </a:srgbClr>
          </a:solidFill>
          <a:ln xmlns:a="http://schemas.openxmlformats.org/drawingml/2006/main" w="11430">
            <a:solidFill>
              <a:srgbClr val="7D94A9"/>
            </a:solidFill>
            <a:prstDash val="dash"/>
          </a:ln>
        </p:spPr>
      </p:sp>
      <p:sp>
        <p:nvSpPr>
          <p:cNvPr id="71" name="GUIDE_BADGE_O14">
            <a:extLst xmlns:a="http://schemas.openxmlformats.org/drawingml/2006/main">
              <a:ext uri="{FF2B5EF4-FFF2-40B4-BE49-F238E27FC236}">
                <a16:creationId xmlns:a16="http://schemas.microsoft.com/office/drawing/2014/main" id="{C7B1CD70-19A7-4A35-B2A8-D7228EE7E9D9}"/>
              </a:ext>
            </a:extLst>
          </p:cNvPr>
          <p:cNvSpPr>
            <a:spLocks xmlns:a="http://schemas.openxmlformats.org/drawingml/2006/main" noGrp="1"/>
          </p:cNvSpPr>
          <p:nvPr/>
        </p:nvSpPr>
        <p:spPr>
          <a:xfrm xmlns:a="http://schemas.openxmlformats.org/drawingml/2006/main">
            <a:off x="12620625" y="4619093"/>
            <a:ext cx="428625" cy="209550"/>
          </a:xfrm>
          <a:prstGeom xmlns:a="http://schemas.openxmlformats.org/drawingml/2006/main" prst="roundRect">
            <a:avLst>
              <a:gd name="adj" fmla="val 18182"/>
            </a:avLst>
          </a:prstGeom>
          <a:solidFill xmlns:a="http://schemas.openxmlformats.org/drawingml/2006/main">
            <a:srgbClr val="FFFFFF">
              <a:alpha val="95000"/>
            </a:srgbClr>
          </a:solidFill>
          <a:ln xmlns:a="http://schemas.openxmlformats.org/drawingml/2006/main" w="6668">
            <a:solidFill>
              <a:srgbClr val="8298AB"/>
            </a:solidFill>
            <a:prstDash val="solid"/>
          </a:ln>
        </p:spPr>
      </p:sp>
      <p:sp>
        <p:nvSpPr>
          <p:cNvPr id="72" name="TXT_GUIDE_O14">
            <a:extLst xmlns:a="http://schemas.openxmlformats.org/drawingml/2006/main">
              <a:ext uri="{FF2B5EF4-FFF2-40B4-BE49-F238E27FC236}">
                <a16:creationId xmlns:a16="http://schemas.microsoft.com/office/drawing/2014/main" id="{19CC2B08-D7E9-4264-A6D5-78C7B83CDE76}"/>
              </a:ext>
            </a:extLst>
          </p:cNvPr>
          <p:cNvSpPr>
            <a:spLocks xmlns:a="http://schemas.openxmlformats.org/drawingml/2006/main" noGrp="1"/>
          </p:cNvSpPr>
          <p:nvPr/>
        </p:nvSpPr>
        <p:spPr>
          <a:xfrm xmlns:a="http://schemas.openxmlformats.org/drawingml/2006/main">
            <a:off x="12630150" y="4619093"/>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i="0">
                <a:solidFill>
                  <a:srgbClr val="33516B"/>
                </a:solidFill>
                <a:latin typeface="Times New Roman"/>
                <a:ea typeface="Times New Roman"/>
                <a:cs typeface="Times New Roman"/>
              </a:defRPr>
            </a:defPPr>
            <a:lvl1pPr algn="ctr">
              <a:defRPr sz="1200" b="1" i="0">
                <a:solidFill>
                  <a:srgbClr val="33516B"/>
                </a:solidFill>
                <a:latin typeface="Times New Roman"/>
                <a:ea typeface="Times New Roman"/>
                <a:cs typeface="Times New Roman"/>
              </a:defRPr>
            </a:lvl1pPr>
            <a:lvl2pPr algn="ctr">
              <a:defRPr sz="1200" b="1" i="0">
                <a:solidFill>
                  <a:srgbClr val="33516B"/>
                </a:solidFill>
                <a:latin typeface="Times New Roman"/>
                <a:ea typeface="Times New Roman"/>
                <a:cs typeface="Times New Roman"/>
              </a:defRPr>
            </a:lvl2pPr>
            <a:lvl3pPr algn="ctr">
              <a:defRPr sz="1200" b="1" i="0">
                <a:solidFill>
                  <a:srgbClr val="33516B"/>
                </a:solidFill>
                <a:latin typeface="Times New Roman"/>
                <a:ea typeface="Times New Roman"/>
                <a:cs typeface="Times New Roman"/>
              </a:defRPr>
            </a:lvl3pPr>
            <a:lvl4pPr algn="ctr">
              <a:defRPr sz="1200" b="1" i="0">
                <a:solidFill>
                  <a:srgbClr val="33516B"/>
                </a:solidFill>
                <a:latin typeface="Times New Roman"/>
                <a:ea typeface="Times New Roman"/>
                <a:cs typeface="Times New Roman"/>
              </a:defRPr>
            </a:lvl4pPr>
            <a:lvl5pPr algn="ctr">
              <a:defRPr sz="1200" b="1" i="0">
                <a:solidFill>
                  <a:srgbClr val="33516B"/>
                </a:solidFill>
                <a:latin typeface="Times New Roman"/>
                <a:ea typeface="Times New Roman"/>
                <a:cs typeface="Times New Roman"/>
              </a:defRPr>
            </a:lvl5pPr>
            <a:lvl6pPr algn="ctr">
              <a:defRPr sz="1200" b="1" i="0">
                <a:solidFill>
                  <a:srgbClr val="33516B"/>
                </a:solidFill>
                <a:latin typeface="Times New Roman"/>
                <a:ea typeface="Times New Roman"/>
                <a:cs typeface="Times New Roman"/>
              </a:defRPr>
            </a:lvl6pPr>
            <a:lvl7pPr algn="ctr">
              <a:defRPr sz="1200" b="1" i="0">
                <a:solidFill>
                  <a:srgbClr val="33516B"/>
                </a:solidFill>
                <a:latin typeface="Times New Roman"/>
                <a:ea typeface="Times New Roman"/>
                <a:cs typeface="Times New Roman"/>
              </a:defRPr>
            </a:lvl7pPr>
            <a:lvl8pPr algn="ctr">
              <a:defRPr sz="1200" b="1" i="0">
                <a:solidFill>
                  <a:srgbClr val="33516B"/>
                </a:solidFill>
                <a:latin typeface="Times New Roman"/>
                <a:ea typeface="Times New Roman"/>
                <a:cs typeface="Times New Roman"/>
              </a:defRPr>
            </a:lvl8pPr>
            <a:lvl9pPr algn="ctr">
              <a:defRPr sz="1200" b="1" i="0">
                <a:solidFill>
                  <a:srgbClr val="33516B"/>
                </a:solidFill>
                <a:latin typeface="Times New Roman"/>
                <a:ea typeface="Times New Roman"/>
                <a:cs typeface="Times New Roman"/>
              </a:defRPr>
            </a:lvl9pPr>
          </a:lstStyle>
          <a:p xmlns:a="http://schemas.openxmlformats.org/drawingml/2006/main">
            <a:pPr algn="ctr">
              <a:lnSpc>
                <a:spcPct val="102000"/>
              </a:lnSpc>
              <a:buNone/>
              <a:defRPr sz="1200" b="1" i="0">
                <a:solidFill>
                  <a:srgbClr val="33516B"/>
                </a:solidFill>
                <a:latin typeface="Times New Roman"/>
                <a:ea typeface="Times New Roman"/>
                <a:cs typeface="Times New Roman"/>
              </a:defRPr>
            </a:pPr>
            <a:r>
              <a:rPr sz="1200" b="1" i="0">
                <a:solidFill>
                  <a:srgbClr val="33516B"/>
                </a:solidFill>
                <a:latin typeface="Times New Roman"/>
                <a:ea typeface="Times New Roman"/>
                <a:cs typeface="Times New Roman"/>
              </a:rPr>
              <a:t>A10</a:t>
            </a:r>
          </a:p>
        </p:txBody>
      </p:sp>
      <p:sp>
        <p:nvSpPr>
          <p:cNvPr id="73" name="TXT_title">
            <a:extLst xmlns:a="http://schemas.openxmlformats.org/drawingml/2006/main">
              <a:ext uri="{FF2B5EF4-FFF2-40B4-BE49-F238E27FC236}">
                <a16:creationId xmlns:a16="http://schemas.microsoft.com/office/drawing/2014/main" id="{5060D1F1-BA82-43B3-8D8A-86408A660AFA}"/>
              </a:ext>
            </a:extLst>
          </p:cNvPr>
          <p:cNvSpPr>
            <a:spLocks xmlns:a="http://schemas.openxmlformats.org/drawingml/2006/main" noGrp="1"/>
          </p:cNvSpPr>
          <p:nvPr/>
        </p:nvSpPr>
        <p:spPr>
          <a:xfrm xmlns:a="http://schemas.openxmlformats.org/drawingml/2006/main">
            <a:off x="400050" y="161925"/>
            <a:ext cx="7858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4125" b="1" i="0">
                <a:solidFill>
                  <a:srgbClr val="FFFFFF"/>
                </a:solidFill>
                <a:latin typeface="Comic Sans MS"/>
                <a:ea typeface="Comic Sans MS"/>
                <a:cs typeface="Comic Sans MS"/>
              </a:defRPr>
            </a:defPPr>
            <a:lvl1pPr algn="ctr">
              <a:defRPr sz="4125" b="1" i="0">
                <a:solidFill>
                  <a:srgbClr val="FFFFFF"/>
                </a:solidFill>
                <a:latin typeface="Comic Sans MS"/>
                <a:ea typeface="Comic Sans MS"/>
                <a:cs typeface="Comic Sans MS"/>
              </a:defRPr>
            </a:lvl1pPr>
            <a:lvl2pPr algn="ctr">
              <a:defRPr sz="4125" b="1" i="0">
                <a:solidFill>
                  <a:srgbClr val="FFFFFF"/>
                </a:solidFill>
                <a:latin typeface="Comic Sans MS"/>
                <a:ea typeface="Comic Sans MS"/>
                <a:cs typeface="Comic Sans MS"/>
              </a:defRPr>
            </a:lvl2pPr>
            <a:lvl3pPr algn="ctr">
              <a:defRPr sz="4125" b="1" i="0">
                <a:solidFill>
                  <a:srgbClr val="FFFFFF"/>
                </a:solidFill>
                <a:latin typeface="Comic Sans MS"/>
                <a:ea typeface="Comic Sans MS"/>
                <a:cs typeface="Comic Sans MS"/>
              </a:defRPr>
            </a:lvl3pPr>
            <a:lvl4pPr algn="ctr">
              <a:defRPr sz="4125" b="1" i="0">
                <a:solidFill>
                  <a:srgbClr val="FFFFFF"/>
                </a:solidFill>
                <a:latin typeface="Comic Sans MS"/>
                <a:ea typeface="Comic Sans MS"/>
                <a:cs typeface="Comic Sans MS"/>
              </a:defRPr>
            </a:lvl4pPr>
            <a:lvl5pPr algn="ctr">
              <a:defRPr sz="4125" b="1" i="0">
                <a:solidFill>
                  <a:srgbClr val="FFFFFF"/>
                </a:solidFill>
                <a:latin typeface="Comic Sans MS"/>
                <a:ea typeface="Comic Sans MS"/>
                <a:cs typeface="Comic Sans MS"/>
              </a:defRPr>
            </a:lvl5pPr>
            <a:lvl6pPr algn="ctr">
              <a:defRPr sz="4125" b="1" i="0">
                <a:solidFill>
                  <a:srgbClr val="FFFFFF"/>
                </a:solidFill>
                <a:latin typeface="Comic Sans MS"/>
                <a:ea typeface="Comic Sans MS"/>
                <a:cs typeface="Comic Sans MS"/>
              </a:defRPr>
            </a:lvl6pPr>
            <a:lvl7pPr algn="ctr">
              <a:defRPr sz="4125" b="1" i="0">
                <a:solidFill>
                  <a:srgbClr val="FFFFFF"/>
                </a:solidFill>
                <a:latin typeface="Comic Sans MS"/>
                <a:ea typeface="Comic Sans MS"/>
                <a:cs typeface="Comic Sans MS"/>
              </a:defRPr>
            </a:lvl7pPr>
            <a:lvl8pPr algn="ctr">
              <a:defRPr sz="4125" b="1" i="0">
                <a:solidFill>
                  <a:srgbClr val="FFFFFF"/>
                </a:solidFill>
                <a:latin typeface="Comic Sans MS"/>
                <a:ea typeface="Comic Sans MS"/>
                <a:cs typeface="Comic Sans MS"/>
              </a:defRPr>
            </a:lvl8pPr>
            <a:lvl9pPr algn="ctr">
              <a:defRPr sz="4125" b="1" i="0">
                <a:solidFill>
                  <a:srgbClr val="FFFFFF"/>
                </a:solidFill>
                <a:latin typeface="Comic Sans MS"/>
                <a:ea typeface="Comic Sans MS"/>
                <a:cs typeface="Comic Sans MS"/>
              </a:defRPr>
            </a:lvl9pPr>
          </a:lstStyle>
          <a:p xmlns:a="http://schemas.openxmlformats.org/drawingml/2006/main">
            <a:pPr algn="ctr">
              <a:lnSpc>
                <a:spcPct val="102000"/>
              </a:lnSpc>
              <a:buNone/>
              <a:defRPr sz="4125" b="1" i="0">
                <a:solidFill>
                  <a:srgbClr val="FFFFFF"/>
                </a:solidFill>
                <a:latin typeface="Comic Sans MS"/>
                <a:ea typeface="Comic Sans MS"/>
                <a:cs typeface="Comic Sans MS"/>
              </a:defRPr>
            </a:pPr>
            <a:r>
              <a:rPr sz="4125" b="1" i="0">
                <a:solidFill>
                  <a:srgbClr val="FFFFFF"/>
                </a:solidFill>
                <a:latin typeface="Comic Sans MS"/>
                <a:ea typeface="Comic Sans MS"/>
                <a:cs typeface="Comic Sans MS"/>
              </a:rPr>
              <a:t>Bradford protein assay</a:t>
            </a:r>
          </a:p>
        </p:txBody>
      </p:sp>
      <p:sp>
        <p:nvSpPr>
          <p:cNvPr id="74" name="TXT_mechanism_heading">
            <a:extLst xmlns:a="http://schemas.openxmlformats.org/drawingml/2006/main">
              <a:ext uri="{FF2B5EF4-FFF2-40B4-BE49-F238E27FC236}">
                <a16:creationId xmlns:a16="http://schemas.microsoft.com/office/drawing/2014/main" id="{1309F85E-AC9C-4255-906A-240C25B36B6E}"/>
              </a:ext>
            </a:extLst>
          </p:cNvPr>
          <p:cNvSpPr>
            <a:spLocks xmlns:a="http://schemas.openxmlformats.org/drawingml/2006/main" noGrp="1"/>
          </p:cNvSpPr>
          <p:nvPr/>
        </p:nvSpPr>
        <p:spPr>
          <a:xfrm xmlns:a="http://schemas.openxmlformats.org/drawingml/2006/main">
            <a:off x="352425" y="1266825"/>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250" b="1" i="0">
                <a:solidFill>
                  <a:srgbClr val="101329"/>
                </a:solidFill>
                <a:latin typeface="Comic Sans MS"/>
                <a:ea typeface="Comic Sans MS"/>
                <a:cs typeface="Comic Sans MS"/>
              </a:defRPr>
            </a:defPPr>
            <a:lvl1pPr algn="ctr">
              <a:defRPr sz="2250" b="1" i="0">
                <a:solidFill>
                  <a:srgbClr val="101329"/>
                </a:solidFill>
                <a:latin typeface="Comic Sans MS"/>
                <a:ea typeface="Comic Sans MS"/>
                <a:cs typeface="Comic Sans MS"/>
              </a:defRPr>
            </a:lvl1pPr>
            <a:lvl2pPr algn="ctr">
              <a:defRPr sz="2250" b="1" i="0">
                <a:solidFill>
                  <a:srgbClr val="101329"/>
                </a:solidFill>
                <a:latin typeface="Comic Sans MS"/>
                <a:ea typeface="Comic Sans MS"/>
                <a:cs typeface="Comic Sans MS"/>
              </a:defRPr>
            </a:lvl2pPr>
            <a:lvl3pPr algn="ctr">
              <a:defRPr sz="2250" b="1" i="0">
                <a:solidFill>
                  <a:srgbClr val="101329"/>
                </a:solidFill>
                <a:latin typeface="Comic Sans MS"/>
                <a:ea typeface="Comic Sans MS"/>
                <a:cs typeface="Comic Sans MS"/>
              </a:defRPr>
            </a:lvl3pPr>
            <a:lvl4pPr algn="ctr">
              <a:defRPr sz="2250" b="1" i="0">
                <a:solidFill>
                  <a:srgbClr val="101329"/>
                </a:solidFill>
                <a:latin typeface="Comic Sans MS"/>
                <a:ea typeface="Comic Sans MS"/>
                <a:cs typeface="Comic Sans MS"/>
              </a:defRPr>
            </a:lvl4pPr>
            <a:lvl5pPr algn="ctr">
              <a:defRPr sz="2250" b="1" i="0">
                <a:solidFill>
                  <a:srgbClr val="101329"/>
                </a:solidFill>
                <a:latin typeface="Comic Sans MS"/>
                <a:ea typeface="Comic Sans MS"/>
                <a:cs typeface="Comic Sans MS"/>
              </a:defRPr>
            </a:lvl5pPr>
            <a:lvl6pPr algn="ctr">
              <a:defRPr sz="2250" b="1" i="0">
                <a:solidFill>
                  <a:srgbClr val="101329"/>
                </a:solidFill>
                <a:latin typeface="Comic Sans MS"/>
                <a:ea typeface="Comic Sans MS"/>
                <a:cs typeface="Comic Sans MS"/>
              </a:defRPr>
            </a:lvl6pPr>
            <a:lvl7pPr algn="ctr">
              <a:defRPr sz="2250" b="1" i="0">
                <a:solidFill>
                  <a:srgbClr val="101329"/>
                </a:solidFill>
                <a:latin typeface="Comic Sans MS"/>
                <a:ea typeface="Comic Sans MS"/>
                <a:cs typeface="Comic Sans MS"/>
              </a:defRPr>
            </a:lvl7pPr>
            <a:lvl8pPr algn="ctr">
              <a:defRPr sz="2250" b="1" i="0">
                <a:solidFill>
                  <a:srgbClr val="101329"/>
                </a:solidFill>
                <a:latin typeface="Comic Sans MS"/>
                <a:ea typeface="Comic Sans MS"/>
                <a:cs typeface="Comic Sans MS"/>
              </a:defRPr>
            </a:lvl8pPr>
            <a:lvl9pPr algn="ctr">
              <a:defRPr sz="2250" b="1" i="0">
                <a:solidFill>
                  <a:srgbClr val="101329"/>
                </a:solidFill>
                <a:latin typeface="Comic Sans MS"/>
                <a:ea typeface="Comic Sans MS"/>
                <a:cs typeface="Comic Sans MS"/>
              </a:defRPr>
            </a:lvl9pPr>
          </a:lstStyle>
          <a:p xmlns:a="http://schemas.openxmlformats.org/drawingml/2006/main">
            <a:pPr algn="ctr">
              <a:lnSpc>
                <a:spcPct val="102000"/>
              </a:lnSpc>
              <a:buNone/>
              <a:defRPr sz="2250" b="1" i="0">
                <a:solidFill>
                  <a:srgbClr val="101329"/>
                </a:solidFill>
                <a:latin typeface="Comic Sans MS"/>
                <a:ea typeface="Comic Sans MS"/>
                <a:cs typeface="Comic Sans MS"/>
              </a:defRPr>
            </a:pPr>
            <a:r>
              <a:rPr sz="2250" b="1" i="0">
                <a:solidFill>
                  <a:srgbClr val="101329"/>
                </a:solidFill>
                <a:latin typeface="Comic Sans MS"/>
                <a:ea typeface="Comic Sans MS"/>
                <a:cs typeface="Comic Sans MS"/>
              </a:rPr>
              <a:t>Protein-dye binding</a:t>
            </a:r>
          </a:p>
        </p:txBody>
      </p:sp>
      <p:sp>
        <p:nvSpPr>
          <p:cNvPr id="75" name="TXT_protein_label">
            <a:extLst xmlns:a="http://schemas.openxmlformats.org/drawingml/2006/main">
              <a:ext uri="{FF2B5EF4-FFF2-40B4-BE49-F238E27FC236}">
                <a16:creationId xmlns:a16="http://schemas.microsoft.com/office/drawing/2014/main" id="{C6B567D6-D4E1-4E7F-A600-187A55C9FF41}"/>
              </a:ext>
            </a:extLst>
          </p:cNvPr>
          <p:cNvSpPr>
            <a:spLocks xmlns:a="http://schemas.openxmlformats.org/drawingml/2006/main" noGrp="1"/>
          </p:cNvSpPr>
          <p:nvPr/>
        </p:nvSpPr>
        <p:spPr>
          <a:xfrm xmlns:a="http://schemas.openxmlformats.org/drawingml/2006/main">
            <a:off x="438150" y="3095625"/>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i="0">
                <a:solidFill>
                  <a:srgbClr val="101329"/>
                </a:solidFill>
                <a:latin typeface="Comic Sans MS"/>
                <a:ea typeface="Comic Sans MS"/>
                <a:cs typeface="Comic Sans MS"/>
              </a:defRPr>
            </a:defPPr>
            <a:lvl1pPr algn="ctr">
              <a:defRPr sz="1875" b="1" i="0">
                <a:solidFill>
                  <a:srgbClr val="101329"/>
                </a:solidFill>
                <a:latin typeface="Comic Sans MS"/>
                <a:ea typeface="Comic Sans MS"/>
                <a:cs typeface="Comic Sans MS"/>
              </a:defRPr>
            </a:lvl1pPr>
            <a:lvl2pPr algn="ctr">
              <a:defRPr sz="1875" b="1" i="0">
                <a:solidFill>
                  <a:srgbClr val="101329"/>
                </a:solidFill>
                <a:latin typeface="Comic Sans MS"/>
                <a:ea typeface="Comic Sans MS"/>
                <a:cs typeface="Comic Sans MS"/>
              </a:defRPr>
            </a:lvl2pPr>
            <a:lvl3pPr algn="ctr">
              <a:defRPr sz="1875" b="1" i="0">
                <a:solidFill>
                  <a:srgbClr val="101329"/>
                </a:solidFill>
                <a:latin typeface="Comic Sans MS"/>
                <a:ea typeface="Comic Sans MS"/>
                <a:cs typeface="Comic Sans MS"/>
              </a:defRPr>
            </a:lvl3pPr>
            <a:lvl4pPr algn="ctr">
              <a:defRPr sz="1875" b="1" i="0">
                <a:solidFill>
                  <a:srgbClr val="101329"/>
                </a:solidFill>
                <a:latin typeface="Comic Sans MS"/>
                <a:ea typeface="Comic Sans MS"/>
                <a:cs typeface="Comic Sans MS"/>
              </a:defRPr>
            </a:lvl4pPr>
            <a:lvl5pPr algn="ctr">
              <a:defRPr sz="1875" b="1" i="0">
                <a:solidFill>
                  <a:srgbClr val="101329"/>
                </a:solidFill>
                <a:latin typeface="Comic Sans MS"/>
                <a:ea typeface="Comic Sans MS"/>
                <a:cs typeface="Comic Sans MS"/>
              </a:defRPr>
            </a:lvl5pPr>
            <a:lvl6pPr algn="ctr">
              <a:defRPr sz="1875" b="1" i="0">
                <a:solidFill>
                  <a:srgbClr val="101329"/>
                </a:solidFill>
                <a:latin typeface="Comic Sans MS"/>
                <a:ea typeface="Comic Sans MS"/>
                <a:cs typeface="Comic Sans MS"/>
              </a:defRPr>
            </a:lvl6pPr>
            <a:lvl7pPr algn="ctr">
              <a:defRPr sz="1875" b="1" i="0">
                <a:solidFill>
                  <a:srgbClr val="101329"/>
                </a:solidFill>
                <a:latin typeface="Comic Sans MS"/>
                <a:ea typeface="Comic Sans MS"/>
                <a:cs typeface="Comic Sans MS"/>
              </a:defRPr>
            </a:lvl7pPr>
            <a:lvl8pPr algn="ctr">
              <a:defRPr sz="1875" b="1" i="0">
                <a:solidFill>
                  <a:srgbClr val="101329"/>
                </a:solidFill>
                <a:latin typeface="Comic Sans MS"/>
                <a:ea typeface="Comic Sans MS"/>
                <a:cs typeface="Comic Sans MS"/>
              </a:defRPr>
            </a:lvl8pPr>
            <a:lvl9pPr algn="ctr">
              <a:defRPr sz="1875" b="1" i="0">
                <a:solidFill>
                  <a:srgbClr val="101329"/>
                </a:solidFill>
                <a:latin typeface="Comic Sans MS"/>
                <a:ea typeface="Comic Sans MS"/>
                <a:cs typeface="Comic Sans MS"/>
              </a:defRPr>
            </a:lvl9pPr>
          </a:lstStyle>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Protein</a:t>
            </a:r>
          </a:p>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(unknown or standard)</a:t>
            </a:r>
          </a:p>
        </p:txBody>
      </p:sp>
      <p:sp>
        <p:nvSpPr>
          <p:cNvPr id="76" name="TXT_plus">
            <a:extLst xmlns:a="http://schemas.openxmlformats.org/drawingml/2006/main">
              <a:ext uri="{FF2B5EF4-FFF2-40B4-BE49-F238E27FC236}">
                <a16:creationId xmlns:a16="http://schemas.microsoft.com/office/drawing/2014/main" id="{6A56A3C8-107F-4589-8385-9530FDFDEB63}"/>
              </a:ext>
            </a:extLst>
          </p:cNvPr>
          <p:cNvSpPr>
            <a:spLocks xmlns:a="http://schemas.openxmlformats.org/drawingml/2006/main" noGrp="1"/>
          </p:cNvSpPr>
          <p:nvPr/>
        </p:nvSpPr>
        <p:spPr>
          <a:xfrm xmlns:a="http://schemas.openxmlformats.org/drawingml/2006/main">
            <a:off x="1495425" y="3638550"/>
            <a:ext cx="523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900" b="1" i="0">
                <a:solidFill>
                  <a:srgbClr val="101329"/>
                </a:solidFill>
                <a:latin typeface="Comic Sans MS"/>
                <a:ea typeface="Comic Sans MS"/>
                <a:cs typeface="Comic Sans MS"/>
              </a:defRPr>
            </a:defPPr>
            <a:lvl1pPr algn="ctr">
              <a:defRPr sz="3900" b="1" i="0">
                <a:solidFill>
                  <a:srgbClr val="101329"/>
                </a:solidFill>
                <a:latin typeface="Comic Sans MS"/>
                <a:ea typeface="Comic Sans MS"/>
                <a:cs typeface="Comic Sans MS"/>
              </a:defRPr>
            </a:lvl1pPr>
            <a:lvl2pPr algn="ctr">
              <a:defRPr sz="3900" b="1" i="0">
                <a:solidFill>
                  <a:srgbClr val="101329"/>
                </a:solidFill>
                <a:latin typeface="Comic Sans MS"/>
                <a:ea typeface="Comic Sans MS"/>
                <a:cs typeface="Comic Sans MS"/>
              </a:defRPr>
            </a:lvl2pPr>
            <a:lvl3pPr algn="ctr">
              <a:defRPr sz="3900" b="1" i="0">
                <a:solidFill>
                  <a:srgbClr val="101329"/>
                </a:solidFill>
                <a:latin typeface="Comic Sans MS"/>
                <a:ea typeface="Comic Sans MS"/>
                <a:cs typeface="Comic Sans MS"/>
              </a:defRPr>
            </a:lvl3pPr>
            <a:lvl4pPr algn="ctr">
              <a:defRPr sz="3900" b="1" i="0">
                <a:solidFill>
                  <a:srgbClr val="101329"/>
                </a:solidFill>
                <a:latin typeface="Comic Sans MS"/>
                <a:ea typeface="Comic Sans MS"/>
                <a:cs typeface="Comic Sans MS"/>
              </a:defRPr>
            </a:lvl4pPr>
            <a:lvl5pPr algn="ctr">
              <a:defRPr sz="3900" b="1" i="0">
                <a:solidFill>
                  <a:srgbClr val="101329"/>
                </a:solidFill>
                <a:latin typeface="Comic Sans MS"/>
                <a:ea typeface="Comic Sans MS"/>
                <a:cs typeface="Comic Sans MS"/>
              </a:defRPr>
            </a:lvl5pPr>
            <a:lvl6pPr algn="ctr">
              <a:defRPr sz="3900" b="1" i="0">
                <a:solidFill>
                  <a:srgbClr val="101329"/>
                </a:solidFill>
                <a:latin typeface="Comic Sans MS"/>
                <a:ea typeface="Comic Sans MS"/>
                <a:cs typeface="Comic Sans MS"/>
              </a:defRPr>
            </a:lvl6pPr>
            <a:lvl7pPr algn="ctr">
              <a:defRPr sz="3900" b="1" i="0">
                <a:solidFill>
                  <a:srgbClr val="101329"/>
                </a:solidFill>
                <a:latin typeface="Comic Sans MS"/>
                <a:ea typeface="Comic Sans MS"/>
                <a:cs typeface="Comic Sans MS"/>
              </a:defRPr>
            </a:lvl7pPr>
            <a:lvl8pPr algn="ctr">
              <a:defRPr sz="3900" b="1" i="0">
                <a:solidFill>
                  <a:srgbClr val="101329"/>
                </a:solidFill>
                <a:latin typeface="Comic Sans MS"/>
                <a:ea typeface="Comic Sans MS"/>
                <a:cs typeface="Comic Sans MS"/>
              </a:defRPr>
            </a:lvl8pPr>
            <a:lvl9pPr algn="ctr">
              <a:defRPr sz="3900" b="1" i="0">
                <a:solidFill>
                  <a:srgbClr val="101329"/>
                </a:solidFill>
                <a:latin typeface="Comic Sans MS"/>
                <a:ea typeface="Comic Sans MS"/>
                <a:cs typeface="Comic Sans MS"/>
              </a:defRPr>
            </a:lvl9pPr>
          </a:lstStyle>
          <a:p xmlns:a="http://schemas.openxmlformats.org/drawingml/2006/main">
            <a:pPr algn="ctr">
              <a:lnSpc>
                <a:spcPct val="102000"/>
              </a:lnSpc>
              <a:buNone/>
              <a:defRPr sz="3900" b="1" i="0">
                <a:solidFill>
                  <a:srgbClr val="101329"/>
                </a:solidFill>
                <a:latin typeface="Comic Sans MS"/>
                <a:ea typeface="Comic Sans MS"/>
                <a:cs typeface="Comic Sans MS"/>
              </a:defRPr>
            </a:pPr>
            <a:r>
              <a:rPr sz="3900" b="1" i="0">
                <a:solidFill>
                  <a:srgbClr val="101329"/>
                </a:solidFill>
                <a:latin typeface="Comic Sans MS"/>
                <a:ea typeface="Comic Sans MS"/>
                <a:cs typeface="Comic Sans MS"/>
              </a:rPr>
              <a:t>+</a:t>
            </a:r>
          </a:p>
        </p:txBody>
      </p:sp>
      <p:sp>
        <p:nvSpPr>
          <p:cNvPr id="77" name="TXT_dye_label">
            <a:extLst xmlns:a="http://schemas.openxmlformats.org/drawingml/2006/main">
              <a:ext uri="{FF2B5EF4-FFF2-40B4-BE49-F238E27FC236}">
                <a16:creationId xmlns:a16="http://schemas.microsoft.com/office/drawing/2014/main" id="{54D73D24-D079-4E31-B667-1CE3016B39A5}"/>
              </a:ext>
            </a:extLst>
          </p:cNvPr>
          <p:cNvSpPr>
            <a:spLocks xmlns:a="http://schemas.openxmlformats.org/drawingml/2006/main" noGrp="1"/>
          </p:cNvSpPr>
          <p:nvPr/>
        </p:nvSpPr>
        <p:spPr>
          <a:xfrm xmlns:a="http://schemas.openxmlformats.org/drawingml/2006/main">
            <a:off x="504825" y="4143375"/>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i="0">
                <a:solidFill>
                  <a:srgbClr val="101329"/>
                </a:solidFill>
                <a:latin typeface="Comic Sans MS"/>
                <a:ea typeface="Comic Sans MS"/>
                <a:cs typeface="Comic Sans MS"/>
              </a:defRPr>
            </a:defPPr>
            <a:lvl1pPr algn="ctr">
              <a:defRPr sz="1800" b="1" i="0">
                <a:solidFill>
                  <a:srgbClr val="101329"/>
                </a:solidFill>
                <a:latin typeface="Comic Sans MS"/>
                <a:ea typeface="Comic Sans MS"/>
                <a:cs typeface="Comic Sans MS"/>
              </a:defRPr>
            </a:lvl1pPr>
            <a:lvl2pPr algn="ctr">
              <a:defRPr sz="1800" b="1" i="0">
                <a:solidFill>
                  <a:srgbClr val="101329"/>
                </a:solidFill>
                <a:latin typeface="Comic Sans MS"/>
                <a:ea typeface="Comic Sans MS"/>
                <a:cs typeface="Comic Sans MS"/>
              </a:defRPr>
            </a:lvl2pPr>
            <a:lvl3pPr algn="ctr">
              <a:defRPr sz="1800" b="1" i="0">
                <a:solidFill>
                  <a:srgbClr val="101329"/>
                </a:solidFill>
                <a:latin typeface="Comic Sans MS"/>
                <a:ea typeface="Comic Sans MS"/>
                <a:cs typeface="Comic Sans MS"/>
              </a:defRPr>
            </a:lvl3pPr>
            <a:lvl4pPr algn="ctr">
              <a:defRPr sz="1800" b="1" i="0">
                <a:solidFill>
                  <a:srgbClr val="101329"/>
                </a:solidFill>
                <a:latin typeface="Comic Sans MS"/>
                <a:ea typeface="Comic Sans MS"/>
                <a:cs typeface="Comic Sans MS"/>
              </a:defRPr>
            </a:lvl4pPr>
            <a:lvl5pPr algn="ctr">
              <a:defRPr sz="1800" b="1" i="0">
                <a:solidFill>
                  <a:srgbClr val="101329"/>
                </a:solidFill>
                <a:latin typeface="Comic Sans MS"/>
                <a:ea typeface="Comic Sans MS"/>
                <a:cs typeface="Comic Sans MS"/>
              </a:defRPr>
            </a:lvl5pPr>
            <a:lvl6pPr algn="ctr">
              <a:defRPr sz="1800" b="1" i="0">
                <a:solidFill>
                  <a:srgbClr val="101329"/>
                </a:solidFill>
                <a:latin typeface="Comic Sans MS"/>
                <a:ea typeface="Comic Sans MS"/>
                <a:cs typeface="Comic Sans MS"/>
              </a:defRPr>
            </a:lvl6pPr>
            <a:lvl7pPr algn="ctr">
              <a:defRPr sz="1800" b="1" i="0">
                <a:solidFill>
                  <a:srgbClr val="101329"/>
                </a:solidFill>
                <a:latin typeface="Comic Sans MS"/>
                <a:ea typeface="Comic Sans MS"/>
                <a:cs typeface="Comic Sans MS"/>
              </a:defRPr>
            </a:lvl7pPr>
            <a:lvl8pPr algn="ctr">
              <a:defRPr sz="1800" b="1" i="0">
                <a:solidFill>
                  <a:srgbClr val="101329"/>
                </a:solidFill>
                <a:latin typeface="Comic Sans MS"/>
                <a:ea typeface="Comic Sans MS"/>
                <a:cs typeface="Comic Sans MS"/>
              </a:defRPr>
            </a:lvl8pPr>
            <a:lvl9pPr algn="ctr">
              <a:defRPr sz="1800" b="1" i="0">
                <a:solidFill>
                  <a:srgbClr val="101329"/>
                </a:solidFill>
                <a:latin typeface="Comic Sans MS"/>
                <a:ea typeface="Comic Sans MS"/>
                <a:cs typeface="Comic Sans MS"/>
              </a:defRPr>
            </a:lvl9pPr>
          </a:lstStyle>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Coomassie G-250</a:t>
            </a:r>
          </a:p>
        </p:txBody>
      </p:sp>
      <p:sp>
        <p:nvSpPr>
          <p:cNvPr id="78" name="TXT_bound_label">
            <a:extLst xmlns:a="http://schemas.openxmlformats.org/drawingml/2006/main">
              <a:ext uri="{FF2B5EF4-FFF2-40B4-BE49-F238E27FC236}">
                <a16:creationId xmlns:a16="http://schemas.microsoft.com/office/drawing/2014/main" id="{EDD44DA2-ADEC-4736-927A-9560D0B5795F}"/>
              </a:ext>
            </a:extLst>
          </p:cNvPr>
          <p:cNvSpPr>
            <a:spLocks xmlns:a="http://schemas.openxmlformats.org/drawingml/2006/main" noGrp="1"/>
          </p:cNvSpPr>
          <p:nvPr/>
        </p:nvSpPr>
        <p:spPr>
          <a:xfrm xmlns:a="http://schemas.openxmlformats.org/drawingml/2006/main">
            <a:off x="400050" y="7686675"/>
            <a:ext cx="2724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i="0">
                <a:solidFill>
                  <a:srgbClr val="101329"/>
                </a:solidFill>
                <a:latin typeface="Comic Sans MS"/>
                <a:ea typeface="Comic Sans MS"/>
                <a:cs typeface="Comic Sans MS"/>
              </a:defRPr>
            </a:defPPr>
            <a:lvl1pPr algn="ctr">
              <a:defRPr sz="1875" b="1" i="0">
                <a:solidFill>
                  <a:srgbClr val="101329"/>
                </a:solidFill>
                <a:latin typeface="Comic Sans MS"/>
                <a:ea typeface="Comic Sans MS"/>
                <a:cs typeface="Comic Sans MS"/>
              </a:defRPr>
            </a:lvl1pPr>
            <a:lvl2pPr algn="ctr">
              <a:defRPr sz="1875" b="1" i="0">
                <a:solidFill>
                  <a:srgbClr val="101329"/>
                </a:solidFill>
                <a:latin typeface="Comic Sans MS"/>
                <a:ea typeface="Comic Sans MS"/>
                <a:cs typeface="Comic Sans MS"/>
              </a:defRPr>
            </a:lvl2pPr>
            <a:lvl3pPr algn="ctr">
              <a:defRPr sz="1875" b="1" i="0">
                <a:solidFill>
                  <a:srgbClr val="101329"/>
                </a:solidFill>
                <a:latin typeface="Comic Sans MS"/>
                <a:ea typeface="Comic Sans MS"/>
                <a:cs typeface="Comic Sans MS"/>
              </a:defRPr>
            </a:lvl3pPr>
            <a:lvl4pPr algn="ctr">
              <a:defRPr sz="1875" b="1" i="0">
                <a:solidFill>
                  <a:srgbClr val="101329"/>
                </a:solidFill>
                <a:latin typeface="Comic Sans MS"/>
                <a:ea typeface="Comic Sans MS"/>
                <a:cs typeface="Comic Sans MS"/>
              </a:defRPr>
            </a:lvl4pPr>
            <a:lvl5pPr algn="ctr">
              <a:defRPr sz="1875" b="1" i="0">
                <a:solidFill>
                  <a:srgbClr val="101329"/>
                </a:solidFill>
                <a:latin typeface="Comic Sans MS"/>
                <a:ea typeface="Comic Sans MS"/>
                <a:cs typeface="Comic Sans MS"/>
              </a:defRPr>
            </a:lvl5pPr>
            <a:lvl6pPr algn="ctr">
              <a:defRPr sz="1875" b="1" i="0">
                <a:solidFill>
                  <a:srgbClr val="101329"/>
                </a:solidFill>
                <a:latin typeface="Comic Sans MS"/>
                <a:ea typeface="Comic Sans MS"/>
                <a:cs typeface="Comic Sans MS"/>
              </a:defRPr>
            </a:lvl6pPr>
            <a:lvl7pPr algn="ctr">
              <a:defRPr sz="1875" b="1" i="0">
                <a:solidFill>
                  <a:srgbClr val="101329"/>
                </a:solidFill>
                <a:latin typeface="Comic Sans MS"/>
                <a:ea typeface="Comic Sans MS"/>
                <a:cs typeface="Comic Sans MS"/>
              </a:defRPr>
            </a:lvl7pPr>
            <a:lvl8pPr algn="ctr">
              <a:defRPr sz="1875" b="1" i="0">
                <a:solidFill>
                  <a:srgbClr val="101329"/>
                </a:solidFill>
                <a:latin typeface="Comic Sans MS"/>
                <a:ea typeface="Comic Sans MS"/>
                <a:cs typeface="Comic Sans MS"/>
              </a:defRPr>
            </a:lvl8pPr>
            <a:lvl9pPr algn="ctr">
              <a:defRPr sz="1875" b="1" i="0">
                <a:solidFill>
                  <a:srgbClr val="101329"/>
                </a:solidFill>
                <a:latin typeface="Comic Sans MS"/>
                <a:ea typeface="Comic Sans MS"/>
                <a:cs typeface="Comic Sans MS"/>
              </a:defRPr>
            </a:lvl9pPr>
          </a:lstStyle>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Blue protein-dye</a:t>
            </a:r>
          </a:p>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complex</a:t>
            </a:r>
          </a:p>
          <a:p xmlns:a="http://schemas.openxmlformats.org/drawingml/2006/main">
            <a:pPr algn="ctr">
              <a:lnSpc>
                <a:spcPct val="102000"/>
              </a:lnSpc>
              <a:buNone/>
              <a:defRPr sz="1875" b="1" i="0">
                <a:solidFill>
                  <a:srgbClr val="101329"/>
                </a:solidFill>
                <a:latin typeface="Comic Sans MS"/>
                <a:ea typeface="Comic Sans MS"/>
                <a:cs typeface="Comic Sans MS"/>
              </a:defRPr>
            </a:pPr>
            <a:r>
              <a:rPr sz="1875" b="1" i="0">
                <a:solidFill>
                  <a:srgbClr val="101329"/>
                </a:solidFill>
                <a:latin typeface="Comic Sans MS"/>
                <a:ea typeface="Comic Sans MS"/>
                <a:cs typeface="Comic Sans MS"/>
              </a:rPr>
              <a:t>(stabilized blue form)</a:t>
            </a:r>
          </a:p>
        </p:txBody>
      </p:sp>
      <p:sp>
        <p:nvSpPr>
          <p:cNvPr id="79" name="TXT_standards_heading">
            <a:extLst xmlns:a="http://schemas.openxmlformats.org/drawingml/2006/main">
              <a:ext uri="{FF2B5EF4-FFF2-40B4-BE49-F238E27FC236}">
                <a16:creationId xmlns:a16="http://schemas.microsoft.com/office/drawing/2014/main" id="{4452687B-CC7C-4DC6-BDB0-FA7A92B00030}"/>
              </a:ext>
            </a:extLst>
          </p:cNvPr>
          <p:cNvSpPr>
            <a:spLocks xmlns:a="http://schemas.openxmlformats.org/drawingml/2006/main" noGrp="1"/>
          </p:cNvSpPr>
          <p:nvPr/>
        </p:nvSpPr>
        <p:spPr>
          <a:xfrm xmlns:a="http://schemas.openxmlformats.org/drawingml/2006/main">
            <a:off x="3714750" y="131445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400" b="1" i="0">
                <a:solidFill>
                  <a:srgbClr val="101329"/>
                </a:solidFill>
                <a:latin typeface="Comic Sans MS"/>
                <a:ea typeface="Comic Sans MS"/>
                <a:cs typeface="Comic Sans MS"/>
              </a:defRPr>
            </a:defPPr>
            <a:lvl1pPr algn="ctr">
              <a:defRPr sz="2400" b="1" i="0">
                <a:solidFill>
                  <a:srgbClr val="101329"/>
                </a:solidFill>
                <a:latin typeface="Comic Sans MS"/>
                <a:ea typeface="Comic Sans MS"/>
                <a:cs typeface="Comic Sans MS"/>
              </a:defRPr>
            </a:lvl1pPr>
            <a:lvl2pPr algn="ctr">
              <a:defRPr sz="2400" b="1" i="0">
                <a:solidFill>
                  <a:srgbClr val="101329"/>
                </a:solidFill>
                <a:latin typeface="Comic Sans MS"/>
                <a:ea typeface="Comic Sans MS"/>
                <a:cs typeface="Comic Sans MS"/>
              </a:defRPr>
            </a:lvl2pPr>
            <a:lvl3pPr algn="ctr">
              <a:defRPr sz="2400" b="1" i="0">
                <a:solidFill>
                  <a:srgbClr val="101329"/>
                </a:solidFill>
                <a:latin typeface="Comic Sans MS"/>
                <a:ea typeface="Comic Sans MS"/>
                <a:cs typeface="Comic Sans MS"/>
              </a:defRPr>
            </a:lvl3pPr>
            <a:lvl4pPr algn="ctr">
              <a:defRPr sz="2400" b="1" i="0">
                <a:solidFill>
                  <a:srgbClr val="101329"/>
                </a:solidFill>
                <a:latin typeface="Comic Sans MS"/>
                <a:ea typeface="Comic Sans MS"/>
                <a:cs typeface="Comic Sans MS"/>
              </a:defRPr>
            </a:lvl4pPr>
            <a:lvl5pPr algn="ctr">
              <a:defRPr sz="2400" b="1" i="0">
                <a:solidFill>
                  <a:srgbClr val="101329"/>
                </a:solidFill>
                <a:latin typeface="Comic Sans MS"/>
                <a:ea typeface="Comic Sans MS"/>
                <a:cs typeface="Comic Sans MS"/>
              </a:defRPr>
            </a:lvl5pPr>
            <a:lvl6pPr algn="ctr">
              <a:defRPr sz="2400" b="1" i="0">
                <a:solidFill>
                  <a:srgbClr val="101329"/>
                </a:solidFill>
                <a:latin typeface="Comic Sans MS"/>
                <a:ea typeface="Comic Sans MS"/>
                <a:cs typeface="Comic Sans MS"/>
              </a:defRPr>
            </a:lvl6pPr>
            <a:lvl7pPr algn="ctr">
              <a:defRPr sz="2400" b="1" i="0">
                <a:solidFill>
                  <a:srgbClr val="101329"/>
                </a:solidFill>
                <a:latin typeface="Comic Sans MS"/>
                <a:ea typeface="Comic Sans MS"/>
                <a:cs typeface="Comic Sans MS"/>
              </a:defRPr>
            </a:lvl7pPr>
            <a:lvl8pPr algn="ctr">
              <a:defRPr sz="2400" b="1" i="0">
                <a:solidFill>
                  <a:srgbClr val="101329"/>
                </a:solidFill>
                <a:latin typeface="Comic Sans MS"/>
                <a:ea typeface="Comic Sans MS"/>
                <a:cs typeface="Comic Sans MS"/>
              </a:defRPr>
            </a:lvl8pPr>
            <a:lvl9pPr algn="ctr">
              <a:defRPr sz="2400" b="1" i="0">
                <a:solidFill>
                  <a:srgbClr val="101329"/>
                </a:solidFill>
                <a:latin typeface="Comic Sans MS"/>
                <a:ea typeface="Comic Sans MS"/>
                <a:cs typeface="Comic Sans MS"/>
              </a:defRPr>
            </a:lvl9pPr>
          </a:lstStyle>
          <a:p xmlns:a="http://schemas.openxmlformats.org/drawingml/2006/main">
            <a:pPr algn="ctr">
              <a:lnSpc>
                <a:spcPct val="102000"/>
              </a:lnSpc>
              <a:buNone/>
              <a:defRPr sz="2400" b="1" i="0">
                <a:solidFill>
                  <a:srgbClr val="101329"/>
                </a:solidFill>
                <a:latin typeface="Comic Sans MS"/>
                <a:ea typeface="Comic Sans MS"/>
                <a:cs typeface="Comic Sans MS"/>
              </a:defRPr>
            </a:pPr>
            <a:r>
              <a:rPr sz="2400" b="1" i="0">
                <a:solidFill>
                  <a:srgbClr val="101329"/>
                </a:solidFill>
                <a:latin typeface="Comic Sans MS"/>
                <a:ea typeface="Comic Sans MS"/>
                <a:cs typeface="Comic Sans MS"/>
              </a:rPr>
              <a:t>Known standards</a:t>
            </a:r>
          </a:p>
        </p:txBody>
      </p:sp>
      <p:sp>
        <p:nvSpPr>
          <p:cNvPr id="80" name="TXT_unknown_heading">
            <a:extLst xmlns:a="http://schemas.openxmlformats.org/drawingml/2006/main">
              <a:ext uri="{FF2B5EF4-FFF2-40B4-BE49-F238E27FC236}">
                <a16:creationId xmlns:a16="http://schemas.microsoft.com/office/drawing/2014/main" id="{FF65C24E-2CE4-49CB-994A-0093FEA44551}"/>
              </a:ext>
            </a:extLst>
          </p:cNvPr>
          <p:cNvSpPr>
            <a:spLocks xmlns:a="http://schemas.openxmlformats.org/drawingml/2006/main" noGrp="1"/>
          </p:cNvSpPr>
          <p:nvPr/>
        </p:nvSpPr>
        <p:spPr>
          <a:xfrm xmlns:a="http://schemas.openxmlformats.org/drawingml/2006/main">
            <a:off x="3714750" y="3857625"/>
            <a:ext cx="2800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400" b="1" i="0">
                <a:solidFill>
                  <a:srgbClr val="101329"/>
                </a:solidFill>
                <a:latin typeface="Comic Sans MS"/>
                <a:ea typeface="Comic Sans MS"/>
                <a:cs typeface="Comic Sans MS"/>
              </a:defRPr>
            </a:defPPr>
            <a:lvl1pPr algn="ctr">
              <a:defRPr sz="2400" b="1" i="0">
                <a:solidFill>
                  <a:srgbClr val="101329"/>
                </a:solidFill>
                <a:latin typeface="Comic Sans MS"/>
                <a:ea typeface="Comic Sans MS"/>
                <a:cs typeface="Comic Sans MS"/>
              </a:defRPr>
            </a:lvl1pPr>
            <a:lvl2pPr algn="ctr">
              <a:defRPr sz="2400" b="1" i="0">
                <a:solidFill>
                  <a:srgbClr val="101329"/>
                </a:solidFill>
                <a:latin typeface="Comic Sans MS"/>
                <a:ea typeface="Comic Sans MS"/>
                <a:cs typeface="Comic Sans MS"/>
              </a:defRPr>
            </a:lvl2pPr>
            <a:lvl3pPr algn="ctr">
              <a:defRPr sz="2400" b="1" i="0">
                <a:solidFill>
                  <a:srgbClr val="101329"/>
                </a:solidFill>
                <a:latin typeface="Comic Sans MS"/>
                <a:ea typeface="Comic Sans MS"/>
                <a:cs typeface="Comic Sans MS"/>
              </a:defRPr>
            </a:lvl3pPr>
            <a:lvl4pPr algn="ctr">
              <a:defRPr sz="2400" b="1" i="0">
                <a:solidFill>
                  <a:srgbClr val="101329"/>
                </a:solidFill>
                <a:latin typeface="Comic Sans MS"/>
                <a:ea typeface="Comic Sans MS"/>
                <a:cs typeface="Comic Sans MS"/>
              </a:defRPr>
            </a:lvl4pPr>
            <a:lvl5pPr algn="ctr">
              <a:defRPr sz="2400" b="1" i="0">
                <a:solidFill>
                  <a:srgbClr val="101329"/>
                </a:solidFill>
                <a:latin typeface="Comic Sans MS"/>
                <a:ea typeface="Comic Sans MS"/>
                <a:cs typeface="Comic Sans MS"/>
              </a:defRPr>
            </a:lvl5pPr>
            <a:lvl6pPr algn="ctr">
              <a:defRPr sz="2400" b="1" i="0">
                <a:solidFill>
                  <a:srgbClr val="101329"/>
                </a:solidFill>
                <a:latin typeface="Comic Sans MS"/>
                <a:ea typeface="Comic Sans MS"/>
                <a:cs typeface="Comic Sans MS"/>
              </a:defRPr>
            </a:lvl6pPr>
            <a:lvl7pPr algn="ctr">
              <a:defRPr sz="2400" b="1" i="0">
                <a:solidFill>
                  <a:srgbClr val="101329"/>
                </a:solidFill>
                <a:latin typeface="Comic Sans MS"/>
                <a:ea typeface="Comic Sans MS"/>
                <a:cs typeface="Comic Sans MS"/>
              </a:defRPr>
            </a:lvl7pPr>
            <a:lvl8pPr algn="ctr">
              <a:defRPr sz="2400" b="1" i="0">
                <a:solidFill>
                  <a:srgbClr val="101329"/>
                </a:solidFill>
                <a:latin typeface="Comic Sans MS"/>
                <a:ea typeface="Comic Sans MS"/>
                <a:cs typeface="Comic Sans MS"/>
              </a:defRPr>
            </a:lvl8pPr>
            <a:lvl9pPr algn="ctr">
              <a:defRPr sz="2400" b="1" i="0">
                <a:solidFill>
                  <a:srgbClr val="101329"/>
                </a:solidFill>
                <a:latin typeface="Comic Sans MS"/>
                <a:ea typeface="Comic Sans MS"/>
                <a:cs typeface="Comic Sans MS"/>
              </a:defRPr>
            </a:lvl9pPr>
          </a:lstStyle>
          <a:p xmlns:a="http://schemas.openxmlformats.org/drawingml/2006/main">
            <a:pPr algn="ctr">
              <a:lnSpc>
                <a:spcPct val="102000"/>
              </a:lnSpc>
              <a:buNone/>
              <a:defRPr sz="2400" b="1" i="0">
                <a:solidFill>
                  <a:srgbClr val="101329"/>
                </a:solidFill>
                <a:latin typeface="Comic Sans MS"/>
                <a:ea typeface="Comic Sans MS"/>
                <a:cs typeface="Comic Sans MS"/>
              </a:defRPr>
            </a:pPr>
            <a:r>
              <a:rPr sz="2400" b="1" i="0">
                <a:solidFill>
                  <a:srgbClr val="101329"/>
                </a:solidFill>
                <a:latin typeface="Comic Sans MS"/>
                <a:ea typeface="Comic Sans MS"/>
                <a:cs typeface="Comic Sans MS"/>
              </a:rPr>
              <a:t>Unknown sample</a:t>
            </a:r>
          </a:p>
        </p:txBody>
      </p:sp>
      <p:sp>
        <p:nvSpPr>
          <p:cNvPr id="81" name="TXT_blank_heading">
            <a:extLst xmlns:a="http://schemas.openxmlformats.org/drawingml/2006/main">
              <a:ext uri="{FF2B5EF4-FFF2-40B4-BE49-F238E27FC236}">
                <a16:creationId xmlns:a16="http://schemas.microsoft.com/office/drawing/2014/main" id="{2AA93D9D-C837-4B2D-9469-8ED62421B59D}"/>
              </a:ext>
            </a:extLst>
          </p:cNvPr>
          <p:cNvSpPr>
            <a:spLocks xmlns:a="http://schemas.openxmlformats.org/drawingml/2006/main" noGrp="1"/>
          </p:cNvSpPr>
          <p:nvPr/>
        </p:nvSpPr>
        <p:spPr>
          <a:xfrm xmlns:a="http://schemas.openxmlformats.org/drawingml/2006/main">
            <a:off x="3714750" y="6353175"/>
            <a:ext cx="2800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400" b="1" i="0">
                <a:solidFill>
                  <a:srgbClr val="101329"/>
                </a:solidFill>
                <a:latin typeface="Comic Sans MS"/>
                <a:ea typeface="Comic Sans MS"/>
                <a:cs typeface="Comic Sans MS"/>
              </a:defRPr>
            </a:defPPr>
            <a:lvl1pPr algn="ctr">
              <a:defRPr sz="2400" b="1" i="0">
                <a:solidFill>
                  <a:srgbClr val="101329"/>
                </a:solidFill>
                <a:latin typeface="Comic Sans MS"/>
                <a:ea typeface="Comic Sans MS"/>
                <a:cs typeface="Comic Sans MS"/>
              </a:defRPr>
            </a:lvl1pPr>
            <a:lvl2pPr algn="ctr">
              <a:defRPr sz="2400" b="1" i="0">
                <a:solidFill>
                  <a:srgbClr val="101329"/>
                </a:solidFill>
                <a:latin typeface="Comic Sans MS"/>
                <a:ea typeface="Comic Sans MS"/>
                <a:cs typeface="Comic Sans MS"/>
              </a:defRPr>
            </a:lvl2pPr>
            <a:lvl3pPr algn="ctr">
              <a:defRPr sz="2400" b="1" i="0">
                <a:solidFill>
                  <a:srgbClr val="101329"/>
                </a:solidFill>
                <a:latin typeface="Comic Sans MS"/>
                <a:ea typeface="Comic Sans MS"/>
                <a:cs typeface="Comic Sans MS"/>
              </a:defRPr>
            </a:lvl3pPr>
            <a:lvl4pPr algn="ctr">
              <a:defRPr sz="2400" b="1" i="0">
                <a:solidFill>
                  <a:srgbClr val="101329"/>
                </a:solidFill>
                <a:latin typeface="Comic Sans MS"/>
                <a:ea typeface="Comic Sans MS"/>
                <a:cs typeface="Comic Sans MS"/>
              </a:defRPr>
            </a:lvl4pPr>
            <a:lvl5pPr algn="ctr">
              <a:defRPr sz="2400" b="1" i="0">
                <a:solidFill>
                  <a:srgbClr val="101329"/>
                </a:solidFill>
                <a:latin typeface="Comic Sans MS"/>
                <a:ea typeface="Comic Sans MS"/>
                <a:cs typeface="Comic Sans MS"/>
              </a:defRPr>
            </a:lvl5pPr>
            <a:lvl6pPr algn="ctr">
              <a:defRPr sz="2400" b="1" i="0">
                <a:solidFill>
                  <a:srgbClr val="101329"/>
                </a:solidFill>
                <a:latin typeface="Comic Sans MS"/>
                <a:ea typeface="Comic Sans MS"/>
                <a:cs typeface="Comic Sans MS"/>
              </a:defRPr>
            </a:lvl6pPr>
            <a:lvl7pPr algn="ctr">
              <a:defRPr sz="2400" b="1" i="0">
                <a:solidFill>
                  <a:srgbClr val="101329"/>
                </a:solidFill>
                <a:latin typeface="Comic Sans MS"/>
                <a:ea typeface="Comic Sans MS"/>
                <a:cs typeface="Comic Sans MS"/>
              </a:defRPr>
            </a:lvl7pPr>
            <a:lvl8pPr algn="ctr">
              <a:defRPr sz="2400" b="1" i="0">
                <a:solidFill>
                  <a:srgbClr val="101329"/>
                </a:solidFill>
                <a:latin typeface="Comic Sans MS"/>
                <a:ea typeface="Comic Sans MS"/>
                <a:cs typeface="Comic Sans MS"/>
              </a:defRPr>
            </a:lvl8pPr>
            <a:lvl9pPr algn="ctr">
              <a:defRPr sz="2400" b="1" i="0">
                <a:solidFill>
                  <a:srgbClr val="101329"/>
                </a:solidFill>
                <a:latin typeface="Comic Sans MS"/>
                <a:ea typeface="Comic Sans MS"/>
                <a:cs typeface="Comic Sans MS"/>
              </a:defRPr>
            </a:lvl9pPr>
          </a:lstStyle>
          <a:p xmlns:a="http://schemas.openxmlformats.org/drawingml/2006/main">
            <a:pPr algn="ctr">
              <a:lnSpc>
                <a:spcPct val="102000"/>
              </a:lnSpc>
              <a:buNone/>
              <a:defRPr sz="2400" b="1" i="0">
                <a:solidFill>
                  <a:srgbClr val="101329"/>
                </a:solidFill>
                <a:latin typeface="Comic Sans MS"/>
                <a:ea typeface="Comic Sans MS"/>
                <a:cs typeface="Comic Sans MS"/>
              </a:defRPr>
            </a:pPr>
            <a:r>
              <a:rPr sz="2400" b="1" i="0">
                <a:solidFill>
                  <a:srgbClr val="101329"/>
                </a:solidFill>
                <a:latin typeface="Comic Sans MS"/>
                <a:ea typeface="Comic Sans MS"/>
                <a:cs typeface="Comic Sans MS"/>
              </a:rPr>
              <a:t>Reagent blank</a:t>
            </a:r>
          </a:p>
        </p:txBody>
      </p:sp>
      <p:sp>
        <p:nvSpPr>
          <p:cNvPr id="82" name="TXT_dye_standards">
            <a:extLst xmlns:a="http://schemas.openxmlformats.org/drawingml/2006/main">
              <a:ext uri="{FF2B5EF4-FFF2-40B4-BE49-F238E27FC236}">
                <a16:creationId xmlns:a16="http://schemas.microsoft.com/office/drawing/2014/main" id="{74CDA858-B23A-4336-B66C-CA4E64E1A6A8}"/>
              </a:ext>
            </a:extLst>
          </p:cNvPr>
          <p:cNvSpPr>
            <a:spLocks xmlns:a="http://schemas.openxmlformats.org/drawingml/2006/main" noGrp="1"/>
          </p:cNvSpPr>
          <p:nvPr/>
        </p:nvSpPr>
        <p:spPr>
          <a:xfrm xmlns:a="http://schemas.openxmlformats.org/drawingml/2006/main">
            <a:off x="7096125" y="1171575"/>
            <a:ext cx="114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00" b="1" i="0">
                <a:solidFill>
                  <a:srgbClr val="101329"/>
                </a:solidFill>
                <a:latin typeface="Comic Sans MS"/>
                <a:ea typeface="Comic Sans MS"/>
                <a:cs typeface="Comic Sans MS"/>
              </a:defRPr>
            </a:defPPr>
            <a:lvl1pPr algn="ctr">
              <a:defRPr sz="1500" b="1" i="0">
                <a:solidFill>
                  <a:srgbClr val="101329"/>
                </a:solidFill>
                <a:latin typeface="Comic Sans MS"/>
                <a:ea typeface="Comic Sans MS"/>
                <a:cs typeface="Comic Sans MS"/>
              </a:defRPr>
            </a:lvl1pPr>
            <a:lvl2pPr algn="ctr">
              <a:defRPr sz="1500" b="1" i="0">
                <a:solidFill>
                  <a:srgbClr val="101329"/>
                </a:solidFill>
                <a:latin typeface="Comic Sans MS"/>
                <a:ea typeface="Comic Sans MS"/>
                <a:cs typeface="Comic Sans MS"/>
              </a:defRPr>
            </a:lvl2pPr>
            <a:lvl3pPr algn="ctr">
              <a:defRPr sz="1500" b="1" i="0">
                <a:solidFill>
                  <a:srgbClr val="101329"/>
                </a:solidFill>
                <a:latin typeface="Comic Sans MS"/>
                <a:ea typeface="Comic Sans MS"/>
                <a:cs typeface="Comic Sans MS"/>
              </a:defRPr>
            </a:lvl3pPr>
            <a:lvl4pPr algn="ctr">
              <a:defRPr sz="1500" b="1" i="0">
                <a:solidFill>
                  <a:srgbClr val="101329"/>
                </a:solidFill>
                <a:latin typeface="Comic Sans MS"/>
                <a:ea typeface="Comic Sans MS"/>
                <a:cs typeface="Comic Sans MS"/>
              </a:defRPr>
            </a:lvl4pPr>
            <a:lvl5pPr algn="ctr">
              <a:defRPr sz="1500" b="1" i="0">
                <a:solidFill>
                  <a:srgbClr val="101329"/>
                </a:solidFill>
                <a:latin typeface="Comic Sans MS"/>
                <a:ea typeface="Comic Sans MS"/>
                <a:cs typeface="Comic Sans MS"/>
              </a:defRPr>
            </a:lvl5pPr>
            <a:lvl6pPr algn="ctr">
              <a:defRPr sz="1500" b="1" i="0">
                <a:solidFill>
                  <a:srgbClr val="101329"/>
                </a:solidFill>
                <a:latin typeface="Comic Sans MS"/>
                <a:ea typeface="Comic Sans MS"/>
                <a:cs typeface="Comic Sans MS"/>
              </a:defRPr>
            </a:lvl6pPr>
            <a:lvl7pPr algn="ctr">
              <a:defRPr sz="1500" b="1" i="0">
                <a:solidFill>
                  <a:srgbClr val="101329"/>
                </a:solidFill>
                <a:latin typeface="Comic Sans MS"/>
                <a:ea typeface="Comic Sans MS"/>
                <a:cs typeface="Comic Sans MS"/>
              </a:defRPr>
            </a:lvl7pPr>
            <a:lvl8pPr algn="ctr">
              <a:defRPr sz="1500" b="1" i="0">
                <a:solidFill>
                  <a:srgbClr val="101329"/>
                </a:solidFill>
                <a:latin typeface="Comic Sans MS"/>
                <a:ea typeface="Comic Sans MS"/>
                <a:cs typeface="Comic Sans MS"/>
              </a:defRPr>
            </a:lvl8pPr>
            <a:lvl9pPr algn="ctr">
              <a:defRPr sz="1500" b="1" i="0">
                <a:solidFill>
                  <a:srgbClr val="101329"/>
                </a:solidFill>
                <a:latin typeface="Comic Sans MS"/>
                <a:ea typeface="Comic Sans MS"/>
                <a:cs typeface="Comic Sans MS"/>
              </a:defRPr>
            </a:lvl9pPr>
          </a:lstStyle>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Coomassie</a:t>
            </a:r>
          </a:p>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G-250</a:t>
            </a:r>
          </a:p>
        </p:txBody>
      </p:sp>
      <p:sp>
        <p:nvSpPr>
          <p:cNvPr id="83" name="TXT_dye_unknown">
            <a:extLst xmlns:a="http://schemas.openxmlformats.org/drawingml/2006/main">
              <a:ext uri="{FF2B5EF4-FFF2-40B4-BE49-F238E27FC236}">
                <a16:creationId xmlns:a16="http://schemas.microsoft.com/office/drawing/2014/main" id="{EEFC1139-F52C-49DD-BE02-090254E6680D}"/>
              </a:ext>
            </a:extLst>
          </p:cNvPr>
          <p:cNvSpPr>
            <a:spLocks xmlns:a="http://schemas.openxmlformats.org/drawingml/2006/main" noGrp="1"/>
          </p:cNvSpPr>
          <p:nvPr/>
        </p:nvSpPr>
        <p:spPr>
          <a:xfrm xmlns:a="http://schemas.openxmlformats.org/drawingml/2006/main">
            <a:off x="7096125" y="3743325"/>
            <a:ext cx="114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00" b="1" i="0">
                <a:solidFill>
                  <a:srgbClr val="101329"/>
                </a:solidFill>
                <a:latin typeface="Comic Sans MS"/>
                <a:ea typeface="Comic Sans MS"/>
                <a:cs typeface="Comic Sans MS"/>
              </a:defRPr>
            </a:defPPr>
            <a:lvl1pPr algn="ctr">
              <a:defRPr sz="1500" b="1" i="0">
                <a:solidFill>
                  <a:srgbClr val="101329"/>
                </a:solidFill>
                <a:latin typeface="Comic Sans MS"/>
                <a:ea typeface="Comic Sans MS"/>
                <a:cs typeface="Comic Sans MS"/>
              </a:defRPr>
            </a:lvl1pPr>
            <a:lvl2pPr algn="ctr">
              <a:defRPr sz="1500" b="1" i="0">
                <a:solidFill>
                  <a:srgbClr val="101329"/>
                </a:solidFill>
                <a:latin typeface="Comic Sans MS"/>
                <a:ea typeface="Comic Sans MS"/>
                <a:cs typeface="Comic Sans MS"/>
              </a:defRPr>
            </a:lvl2pPr>
            <a:lvl3pPr algn="ctr">
              <a:defRPr sz="1500" b="1" i="0">
                <a:solidFill>
                  <a:srgbClr val="101329"/>
                </a:solidFill>
                <a:latin typeface="Comic Sans MS"/>
                <a:ea typeface="Comic Sans MS"/>
                <a:cs typeface="Comic Sans MS"/>
              </a:defRPr>
            </a:lvl3pPr>
            <a:lvl4pPr algn="ctr">
              <a:defRPr sz="1500" b="1" i="0">
                <a:solidFill>
                  <a:srgbClr val="101329"/>
                </a:solidFill>
                <a:latin typeface="Comic Sans MS"/>
                <a:ea typeface="Comic Sans MS"/>
                <a:cs typeface="Comic Sans MS"/>
              </a:defRPr>
            </a:lvl4pPr>
            <a:lvl5pPr algn="ctr">
              <a:defRPr sz="1500" b="1" i="0">
                <a:solidFill>
                  <a:srgbClr val="101329"/>
                </a:solidFill>
                <a:latin typeface="Comic Sans MS"/>
                <a:ea typeface="Comic Sans MS"/>
                <a:cs typeface="Comic Sans MS"/>
              </a:defRPr>
            </a:lvl5pPr>
            <a:lvl6pPr algn="ctr">
              <a:defRPr sz="1500" b="1" i="0">
                <a:solidFill>
                  <a:srgbClr val="101329"/>
                </a:solidFill>
                <a:latin typeface="Comic Sans MS"/>
                <a:ea typeface="Comic Sans MS"/>
                <a:cs typeface="Comic Sans MS"/>
              </a:defRPr>
            </a:lvl6pPr>
            <a:lvl7pPr algn="ctr">
              <a:defRPr sz="1500" b="1" i="0">
                <a:solidFill>
                  <a:srgbClr val="101329"/>
                </a:solidFill>
                <a:latin typeface="Comic Sans MS"/>
                <a:ea typeface="Comic Sans MS"/>
                <a:cs typeface="Comic Sans MS"/>
              </a:defRPr>
            </a:lvl7pPr>
            <a:lvl8pPr algn="ctr">
              <a:defRPr sz="1500" b="1" i="0">
                <a:solidFill>
                  <a:srgbClr val="101329"/>
                </a:solidFill>
                <a:latin typeface="Comic Sans MS"/>
                <a:ea typeface="Comic Sans MS"/>
                <a:cs typeface="Comic Sans MS"/>
              </a:defRPr>
            </a:lvl8pPr>
            <a:lvl9pPr algn="ctr">
              <a:defRPr sz="1500" b="1" i="0">
                <a:solidFill>
                  <a:srgbClr val="101329"/>
                </a:solidFill>
                <a:latin typeface="Comic Sans MS"/>
                <a:ea typeface="Comic Sans MS"/>
                <a:cs typeface="Comic Sans MS"/>
              </a:defRPr>
            </a:lvl9pPr>
          </a:lstStyle>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Coomassie</a:t>
            </a:r>
          </a:p>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G-250</a:t>
            </a:r>
          </a:p>
        </p:txBody>
      </p:sp>
      <p:sp>
        <p:nvSpPr>
          <p:cNvPr id="84" name="TXT_dye_blank">
            <a:extLst xmlns:a="http://schemas.openxmlformats.org/drawingml/2006/main">
              <a:ext uri="{FF2B5EF4-FFF2-40B4-BE49-F238E27FC236}">
                <a16:creationId xmlns:a16="http://schemas.microsoft.com/office/drawing/2014/main" id="{84AC915D-847D-449A-AFF3-64E23190365A}"/>
              </a:ext>
            </a:extLst>
          </p:cNvPr>
          <p:cNvSpPr>
            <a:spLocks xmlns:a="http://schemas.openxmlformats.org/drawingml/2006/main" noGrp="1"/>
          </p:cNvSpPr>
          <p:nvPr/>
        </p:nvSpPr>
        <p:spPr>
          <a:xfrm xmlns:a="http://schemas.openxmlformats.org/drawingml/2006/main">
            <a:off x="7096125" y="6410325"/>
            <a:ext cx="114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00" b="1" i="0">
                <a:solidFill>
                  <a:srgbClr val="101329"/>
                </a:solidFill>
                <a:latin typeface="Comic Sans MS"/>
                <a:ea typeface="Comic Sans MS"/>
                <a:cs typeface="Comic Sans MS"/>
              </a:defRPr>
            </a:defPPr>
            <a:lvl1pPr algn="ctr">
              <a:defRPr sz="1500" b="1" i="0">
                <a:solidFill>
                  <a:srgbClr val="101329"/>
                </a:solidFill>
                <a:latin typeface="Comic Sans MS"/>
                <a:ea typeface="Comic Sans MS"/>
                <a:cs typeface="Comic Sans MS"/>
              </a:defRPr>
            </a:lvl1pPr>
            <a:lvl2pPr algn="ctr">
              <a:defRPr sz="1500" b="1" i="0">
                <a:solidFill>
                  <a:srgbClr val="101329"/>
                </a:solidFill>
                <a:latin typeface="Comic Sans MS"/>
                <a:ea typeface="Comic Sans MS"/>
                <a:cs typeface="Comic Sans MS"/>
              </a:defRPr>
            </a:lvl2pPr>
            <a:lvl3pPr algn="ctr">
              <a:defRPr sz="1500" b="1" i="0">
                <a:solidFill>
                  <a:srgbClr val="101329"/>
                </a:solidFill>
                <a:latin typeface="Comic Sans MS"/>
                <a:ea typeface="Comic Sans MS"/>
                <a:cs typeface="Comic Sans MS"/>
              </a:defRPr>
            </a:lvl3pPr>
            <a:lvl4pPr algn="ctr">
              <a:defRPr sz="1500" b="1" i="0">
                <a:solidFill>
                  <a:srgbClr val="101329"/>
                </a:solidFill>
                <a:latin typeface="Comic Sans MS"/>
                <a:ea typeface="Comic Sans MS"/>
                <a:cs typeface="Comic Sans MS"/>
              </a:defRPr>
            </a:lvl4pPr>
            <a:lvl5pPr algn="ctr">
              <a:defRPr sz="1500" b="1" i="0">
                <a:solidFill>
                  <a:srgbClr val="101329"/>
                </a:solidFill>
                <a:latin typeface="Comic Sans MS"/>
                <a:ea typeface="Comic Sans MS"/>
                <a:cs typeface="Comic Sans MS"/>
              </a:defRPr>
            </a:lvl5pPr>
            <a:lvl6pPr algn="ctr">
              <a:defRPr sz="1500" b="1" i="0">
                <a:solidFill>
                  <a:srgbClr val="101329"/>
                </a:solidFill>
                <a:latin typeface="Comic Sans MS"/>
                <a:ea typeface="Comic Sans MS"/>
                <a:cs typeface="Comic Sans MS"/>
              </a:defRPr>
            </a:lvl6pPr>
            <a:lvl7pPr algn="ctr">
              <a:defRPr sz="1500" b="1" i="0">
                <a:solidFill>
                  <a:srgbClr val="101329"/>
                </a:solidFill>
                <a:latin typeface="Comic Sans MS"/>
                <a:ea typeface="Comic Sans MS"/>
                <a:cs typeface="Comic Sans MS"/>
              </a:defRPr>
            </a:lvl7pPr>
            <a:lvl8pPr algn="ctr">
              <a:defRPr sz="1500" b="1" i="0">
                <a:solidFill>
                  <a:srgbClr val="101329"/>
                </a:solidFill>
                <a:latin typeface="Comic Sans MS"/>
                <a:ea typeface="Comic Sans MS"/>
                <a:cs typeface="Comic Sans MS"/>
              </a:defRPr>
            </a:lvl8pPr>
            <a:lvl9pPr algn="ctr">
              <a:defRPr sz="1500" b="1" i="0">
                <a:solidFill>
                  <a:srgbClr val="101329"/>
                </a:solidFill>
                <a:latin typeface="Comic Sans MS"/>
                <a:ea typeface="Comic Sans MS"/>
                <a:cs typeface="Comic Sans MS"/>
              </a:defRPr>
            </a:lvl9pPr>
          </a:lstStyle>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Coomassie</a:t>
            </a:r>
          </a:p>
          <a:p xmlns:a="http://schemas.openxmlformats.org/drawingml/2006/main">
            <a:pPr algn="ctr">
              <a:lnSpc>
                <a:spcPct val="102000"/>
              </a:lnSpc>
              <a:buNone/>
              <a:defRPr sz="1500" b="1" i="0">
                <a:solidFill>
                  <a:srgbClr val="101329"/>
                </a:solidFill>
                <a:latin typeface="Comic Sans MS"/>
                <a:ea typeface="Comic Sans MS"/>
                <a:cs typeface="Comic Sans MS"/>
              </a:defRPr>
            </a:pPr>
            <a:r>
              <a:rPr sz="1500" b="1" i="0">
                <a:solidFill>
                  <a:srgbClr val="101329"/>
                </a:solidFill>
                <a:latin typeface="Comic Sans MS"/>
                <a:ea typeface="Comic Sans MS"/>
                <a:cs typeface="Comic Sans MS"/>
              </a:rPr>
              <a:t>G-250</a:t>
            </a:r>
          </a:p>
        </p:txBody>
      </p:sp>
      <p:sp>
        <p:nvSpPr>
          <p:cNvPr id="85" name="TXT_binding_standards">
            <a:extLst xmlns:a="http://schemas.openxmlformats.org/drawingml/2006/main">
              <a:ext uri="{FF2B5EF4-FFF2-40B4-BE49-F238E27FC236}">
                <a16:creationId xmlns:a16="http://schemas.microsoft.com/office/drawing/2014/main" id="{16F216DC-D806-4AEA-B857-29DD936AB9C6}"/>
              </a:ext>
            </a:extLst>
          </p:cNvPr>
          <p:cNvSpPr>
            <a:spLocks xmlns:a="http://schemas.openxmlformats.org/drawingml/2006/main" noGrp="1"/>
          </p:cNvSpPr>
          <p:nvPr/>
        </p:nvSpPr>
        <p:spPr>
          <a:xfrm xmlns:a="http://schemas.openxmlformats.org/drawingml/2006/main">
            <a:off x="7143750" y="2886075"/>
            <a:ext cx="2381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i="0">
                <a:solidFill>
                  <a:srgbClr val="101329"/>
                </a:solidFill>
                <a:latin typeface="Comic Sans MS"/>
                <a:ea typeface="Comic Sans MS"/>
                <a:cs typeface="Comic Sans MS"/>
              </a:defRPr>
            </a:defPPr>
            <a:lvl1pPr algn="ctr">
              <a:defRPr sz="1800" b="1" i="0">
                <a:solidFill>
                  <a:srgbClr val="101329"/>
                </a:solidFill>
                <a:latin typeface="Comic Sans MS"/>
                <a:ea typeface="Comic Sans MS"/>
                <a:cs typeface="Comic Sans MS"/>
              </a:defRPr>
            </a:lvl1pPr>
            <a:lvl2pPr algn="ctr">
              <a:defRPr sz="1800" b="1" i="0">
                <a:solidFill>
                  <a:srgbClr val="101329"/>
                </a:solidFill>
                <a:latin typeface="Comic Sans MS"/>
                <a:ea typeface="Comic Sans MS"/>
                <a:cs typeface="Comic Sans MS"/>
              </a:defRPr>
            </a:lvl2pPr>
            <a:lvl3pPr algn="ctr">
              <a:defRPr sz="1800" b="1" i="0">
                <a:solidFill>
                  <a:srgbClr val="101329"/>
                </a:solidFill>
                <a:latin typeface="Comic Sans MS"/>
                <a:ea typeface="Comic Sans MS"/>
                <a:cs typeface="Comic Sans MS"/>
              </a:defRPr>
            </a:lvl3pPr>
            <a:lvl4pPr algn="ctr">
              <a:defRPr sz="1800" b="1" i="0">
                <a:solidFill>
                  <a:srgbClr val="101329"/>
                </a:solidFill>
                <a:latin typeface="Comic Sans MS"/>
                <a:ea typeface="Comic Sans MS"/>
                <a:cs typeface="Comic Sans MS"/>
              </a:defRPr>
            </a:lvl4pPr>
            <a:lvl5pPr algn="ctr">
              <a:defRPr sz="1800" b="1" i="0">
                <a:solidFill>
                  <a:srgbClr val="101329"/>
                </a:solidFill>
                <a:latin typeface="Comic Sans MS"/>
                <a:ea typeface="Comic Sans MS"/>
                <a:cs typeface="Comic Sans MS"/>
              </a:defRPr>
            </a:lvl5pPr>
            <a:lvl6pPr algn="ctr">
              <a:defRPr sz="1800" b="1" i="0">
                <a:solidFill>
                  <a:srgbClr val="101329"/>
                </a:solidFill>
                <a:latin typeface="Comic Sans MS"/>
                <a:ea typeface="Comic Sans MS"/>
                <a:cs typeface="Comic Sans MS"/>
              </a:defRPr>
            </a:lvl6pPr>
            <a:lvl7pPr algn="ctr">
              <a:defRPr sz="1800" b="1" i="0">
                <a:solidFill>
                  <a:srgbClr val="101329"/>
                </a:solidFill>
                <a:latin typeface="Comic Sans MS"/>
                <a:ea typeface="Comic Sans MS"/>
                <a:cs typeface="Comic Sans MS"/>
              </a:defRPr>
            </a:lvl7pPr>
            <a:lvl8pPr algn="ctr">
              <a:defRPr sz="1800" b="1" i="0">
                <a:solidFill>
                  <a:srgbClr val="101329"/>
                </a:solidFill>
                <a:latin typeface="Comic Sans MS"/>
                <a:ea typeface="Comic Sans MS"/>
                <a:cs typeface="Comic Sans MS"/>
              </a:defRPr>
            </a:lvl8pPr>
            <a:lvl9pPr algn="ctr">
              <a:defRPr sz="1800" b="1" i="0">
                <a:solidFill>
                  <a:srgbClr val="101329"/>
                </a:solidFill>
                <a:latin typeface="Comic Sans MS"/>
                <a:ea typeface="Comic Sans MS"/>
                <a:cs typeface="Comic Sans MS"/>
              </a:defRPr>
            </a:lvl9pPr>
          </a:lstStyle>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Protein-dye binding</a:t>
            </a:r>
          </a:p>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(standards)</a:t>
            </a:r>
          </a:p>
        </p:txBody>
      </p:sp>
      <p:sp>
        <p:nvSpPr>
          <p:cNvPr id="86" name="TXT_binding_unknown">
            <a:extLst xmlns:a="http://schemas.openxmlformats.org/drawingml/2006/main">
              <a:ext uri="{FF2B5EF4-FFF2-40B4-BE49-F238E27FC236}">
                <a16:creationId xmlns:a16="http://schemas.microsoft.com/office/drawing/2014/main" id="{CA70B453-4188-402C-89A1-F5DF2A9A8BC5}"/>
              </a:ext>
            </a:extLst>
          </p:cNvPr>
          <p:cNvSpPr>
            <a:spLocks xmlns:a="http://schemas.openxmlformats.org/drawingml/2006/main" noGrp="1"/>
          </p:cNvSpPr>
          <p:nvPr/>
        </p:nvSpPr>
        <p:spPr>
          <a:xfrm xmlns:a="http://schemas.openxmlformats.org/drawingml/2006/main">
            <a:off x="7143750" y="5505450"/>
            <a:ext cx="2381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i="0">
                <a:solidFill>
                  <a:srgbClr val="101329"/>
                </a:solidFill>
                <a:latin typeface="Comic Sans MS"/>
                <a:ea typeface="Comic Sans MS"/>
                <a:cs typeface="Comic Sans MS"/>
              </a:defRPr>
            </a:defPPr>
            <a:lvl1pPr algn="ctr">
              <a:defRPr sz="1800" b="1" i="0">
                <a:solidFill>
                  <a:srgbClr val="101329"/>
                </a:solidFill>
                <a:latin typeface="Comic Sans MS"/>
                <a:ea typeface="Comic Sans MS"/>
                <a:cs typeface="Comic Sans MS"/>
              </a:defRPr>
            </a:lvl1pPr>
            <a:lvl2pPr algn="ctr">
              <a:defRPr sz="1800" b="1" i="0">
                <a:solidFill>
                  <a:srgbClr val="101329"/>
                </a:solidFill>
                <a:latin typeface="Comic Sans MS"/>
                <a:ea typeface="Comic Sans MS"/>
                <a:cs typeface="Comic Sans MS"/>
              </a:defRPr>
            </a:lvl2pPr>
            <a:lvl3pPr algn="ctr">
              <a:defRPr sz="1800" b="1" i="0">
                <a:solidFill>
                  <a:srgbClr val="101329"/>
                </a:solidFill>
                <a:latin typeface="Comic Sans MS"/>
                <a:ea typeface="Comic Sans MS"/>
                <a:cs typeface="Comic Sans MS"/>
              </a:defRPr>
            </a:lvl3pPr>
            <a:lvl4pPr algn="ctr">
              <a:defRPr sz="1800" b="1" i="0">
                <a:solidFill>
                  <a:srgbClr val="101329"/>
                </a:solidFill>
                <a:latin typeface="Comic Sans MS"/>
                <a:ea typeface="Comic Sans MS"/>
                <a:cs typeface="Comic Sans MS"/>
              </a:defRPr>
            </a:lvl4pPr>
            <a:lvl5pPr algn="ctr">
              <a:defRPr sz="1800" b="1" i="0">
                <a:solidFill>
                  <a:srgbClr val="101329"/>
                </a:solidFill>
                <a:latin typeface="Comic Sans MS"/>
                <a:ea typeface="Comic Sans MS"/>
                <a:cs typeface="Comic Sans MS"/>
              </a:defRPr>
            </a:lvl5pPr>
            <a:lvl6pPr algn="ctr">
              <a:defRPr sz="1800" b="1" i="0">
                <a:solidFill>
                  <a:srgbClr val="101329"/>
                </a:solidFill>
                <a:latin typeface="Comic Sans MS"/>
                <a:ea typeface="Comic Sans MS"/>
                <a:cs typeface="Comic Sans MS"/>
              </a:defRPr>
            </a:lvl6pPr>
            <a:lvl7pPr algn="ctr">
              <a:defRPr sz="1800" b="1" i="0">
                <a:solidFill>
                  <a:srgbClr val="101329"/>
                </a:solidFill>
                <a:latin typeface="Comic Sans MS"/>
                <a:ea typeface="Comic Sans MS"/>
                <a:cs typeface="Comic Sans MS"/>
              </a:defRPr>
            </a:lvl7pPr>
            <a:lvl8pPr algn="ctr">
              <a:defRPr sz="1800" b="1" i="0">
                <a:solidFill>
                  <a:srgbClr val="101329"/>
                </a:solidFill>
                <a:latin typeface="Comic Sans MS"/>
                <a:ea typeface="Comic Sans MS"/>
                <a:cs typeface="Comic Sans MS"/>
              </a:defRPr>
            </a:lvl8pPr>
            <a:lvl9pPr algn="ctr">
              <a:defRPr sz="1800" b="1" i="0">
                <a:solidFill>
                  <a:srgbClr val="101329"/>
                </a:solidFill>
                <a:latin typeface="Comic Sans MS"/>
                <a:ea typeface="Comic Sans MS"/>
                <a:cs typeface="Comic Sans MS"/>
              </a:defRPr>
            </a:lvl9pPr>
          </a:lstStyle>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Protein-dye binding</a:t>
            </a:r>
          </a:p>
          <a:p xmlns:a="http://schemas.openxmlformats.org/drawingml/2006/main">
            <a:pPr algn="ctr">
              <a:lnSpc>
                <a:spcPct val="102000"/>
              </a:lnSpc>
              <a:buNone/>
              <a:defRPr sz="1800" b="1" i="0">
                <a:solidFill>
                  <a:srgbClr val="101329"/>
                </a:solidFill>
                <a:latin typeface="Comic Sans MS"/>
                <a:ea typeface="Comic Sans MS"/>
                <a:cs typeface="Comic Sans MS"/>
              </a:defRPr>
            </a:pPr>
            <a:r>
              <a:rPr sz="1800" b="1" i="0">
                <a:solidFill>
                  <a:srgbClr val="101329"/>
                </a:solidFill>
                <a:latin typeface="Comic Sans MS"/>
                <a:ea typeface="Comic Sans MS"/>
                <a:cs typeface="Comic Sans MS"/>
              </a:rPr>
              <a:t>(unknown)</a:t>
            </a:r>
          </a:p>
        </p:txBody>
      </p:sp>
      <p:sp>
        <p:nvSpPr>
          <p:cNvPr id="87" name="TXT_measurement_heading">
            <a:extLst xmlns:a="http://schemas.openxmlformats.org/drawingml/2006/main">
              <a:ext uri="{FF2B5EF4-FFF2-40B4-BE49-F238E27FC236}">
                <a16:creationId xmlns:a16="http://schemas.microsoft.com/office/drawing/2014/main" id="{B7909192-539C-4696-B60D-5FA737295692}"/>
              </a:ext>
            </a:extLst>
          </p:cNvPr>
          <p:cNvSpPr>
            <a:spLocks xmlns:a="http://schemas.openxmlformats.org/drawingml/2006/main" noGrp="1"/>
          </p:cNvSpPr>
          <p:nvPr/>
        </p:nvSpPr>
        <p:spPr>
          <a:xfrm xmlns:a="http://schemas.openxmlformats.org/drawingml/2006/main">
            <a:off x="11525250" y="1343025"/>
            <a:ext cx="38004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625" b="1" i="0">
                <a:solidFill>
                  <a:srgbClr val="101329"/>
                </a:solidFill>
                <a:latin typeface="Comic Sans MS"/>
                <a:ea typeface="Comic Sans MS"/>
                <a:cs typeface="Comic Sans MS"/>
              </a:defRPr>
            </a:defPPr>
            <a:lvl1pPr algn="ctr">
              <a:defRPr sz="2625" b="1" i="0">
                <a:solidFill>
                  <a:srgbClr val="101329"/>
                </a:solidFill>
                <a:latin typeface="Comic Sans MS"/>
                <a:ea typeface="Comic Sans MS"/>
                <a:cs typeface="Comic Sans MS"/>
              </a:defRPr>
            </a:lvl1pPr>
            <a:lvl2pPr algn="ctr">
              <a:defRPr sz="2625" b="1" i="0">
                <a:solidFill>
                  <a:srgbClr val="101329"/>
                </a:solidFill>
                <a:latin typeface="Comic Sans MS"/>
                <a:ea typeface="Comic Sans MS"/>
                <a:cs typeface="Comic Sans MS"/>
              </a:defRPr>
            </a:lvl2pPr>
            <a:lvl3pPr algn="ctr">
              <a:defRPr sz="2625" b="1" i="0">
                <a:solidFill>
                  <a:srgbClr val="101329"/>
                </a:solidFill>
                <a:latin typeface="Comic Sans MS"/>
                <a:ea typeface="Comic Sans MS"/>
                <a:cs typeface="Comic Sans MS"/>
              </a:defRPr>
            </a:lvl3pPr>
            <a:lvl4pPr algn="ctr">
              <a:defRPr sz="2625" b="1" i="0">
                <a:solidFill>
                  <a:srgbClr val="101329"/>
                </a:solidFill>
                <a:latin typeface="Comic Sans MS"/>
                <a:ea typeface="Comic Sans MS"/>
                <a:cs typeface="Comic Sans MS"/>
              </a:defRPr>
            </a:lvl4pPr>
            <a:lvl5pPr algn="ctr">
              <a:defRPr sz="2625" b="1" i="0">
                <a:solidFill>
                  <a:srgbClr val="101329"/>
                </a:solidFill>
                <a:latin typeface="Comic Sans MS"/>
                <a:ea typeface="Comic Sans MS"/>
                <a:cs typeface="Comic Sans MS"/>
              </a:defRPr>
            </a:lvl5pPr>
            <a:lvl6pPr algn="ctr">
              <a:defRPr sz="2625" b="1" i="0">
                <a:solidFill>
                  <a:srgbClr val="101329"/>
                </a:solidFill>
                <a:latin typeface="Comic Sans MS"/>
                <a:ea typeface="Comic Sans MS"/>
                <a:cs typeface="Comic Sans MS"/>
              </a:defRPr>
            </a:lvl6pPr>
            <a:lvl7pPr algn="ctr">
              <a:defRPr sz="2625" b="1" i="0">
                <a:solidFill>
                  <a:srgbClr val="101329"/>
                </a:solidFill>
                <a:latin typeface="Comic Sans MS"/>
                <a:ea typeface="Comic Sans MS"/>
                <a:cs typeface="Comic Sans MS"/>
              </a:defRPr>
            </a:lvl7pPr>
            <a:lvl8pPr algn="ctr">
              <a:defRPr sz="2625" b="1" i="0">
                <a:solidFill>
                  <a:srgbClr val="101329"/>
                </a:solidFill>
                <a:latin typeface="Comic Sans MS"/>
                <a:ea typeface="Comic Sans MS"/>
                <a:cs typeface="Comic Sans MS"/>
              </a:defRPr>
            </a:lvl8pPr>
            <a:lvl9pPr algn="ctr">
              <a:defRPr sz="2625" b="1" i="0">
                <a:solidFill>
                  <a:srgbClr val="101329"/>
                </a:solidFill>
                <a:latin typeface="Comic Sans MS"/>
                <a:ea typeface="Comic Sans MS"/>
                <a:cs typeface="Comic Sans MS"/>
              </a:defRPr>
            </a:lvl9pPr>
          </a:lstStyle>
          <a:p xmlns:a="http://schemas.openxmlformats.org/drawingml/2006/main">
            <a:pPr algn="ctr">
              <a:lnSpc>
                <a:spcPct val="102000"/>
              </a:lnSpc>
              <a:buNone/>
              <a:defRPr sz="2625" b="1" i="0">
                <a:solidFill>
                  <a:srgbClr val="101329"/>
                </a:solidFill>
                <a:latin typeface="Comic Sans MS"/>
                <a:ea typeface="Comic Sans MS"/>
                <a:cs typeface="Comic Sans MS"/>
              </a:defRPr>
            </a:pPr>
            <a:r>
              <a:rPr sz="2625" b="1" i="0">
                <a:solidFill>
                  <a:srgbClr val="101329"/>
                </a:solidFill>
                <a:latin typeface="Comic Sans MS"/>
                <a:ea typeface="Comic Sans MS"/>
                <a:cs typeface="Comic Sans MS"/>
              </a:rPr>
              <a:t>Read absorbance</a:t>
            </a:r>
          </a:p>
          <a:p xmlns:a="http://schemas.openxmlformats.org/drawingml/2006/main">
            <a:pPr algn="ctr">
              <a:lnSpc>
                <a:spcPct val="102000"/>
              </a:lnSpc>
              <a:buNone/>
              <a:defRPr sz="2625" b="1" i="0">
                <a:solidFill>
                  <a:srgbClr val="101329"/>
                </a:solidFill>
                <a:latin typeface="Comic Sans MS"/>
                <a:ea typeface="Comic Sans MS"/>
                <a:cs typeface="Comic Sans MS"/>
              </a:defRPr>
            </a:pPr>
            <a:r>
              <a:rPr sz="2625" b="1" i="0">
                <a:solidFill>
                  <a:srgbClr val="101329"/>
                </a:solidFill>
                <a:latin typeface="Comic Sans MS"/>
                <a:ea typeface="Comic Sans MS"/>
                <a:cs typeface="Comic Sans MS"/>
              </a:rPr>
              <a:t>at 595 nm</a:t>
            </a:r>
          </a:p>
        </p:txBody>
      </p:sp>
      <p:sp>
        <p:nvSpPr>
          <p:cNvPr id="88" name="TXT_correction_heading">
            <a:extLst xmlns:a="http://schemas.openxmlformats.org/drawingml/2006/main">
              <a:ext uri="{FF2B5EF4-FFF2-40B4-BE49-F238E27FC236}">
                <a16:creationId xmlns:a16="http://schemas.microsoft.com/office/drawing/2014/main" id="{C6B57323-3D5E-4552-B791-96A3BB4F18FB}"/>
              </a:ext>
            </a:extLst>
          </p:cNvPr>
          <p:cNvSpPr>
            <a:spLocks xmlns:a="http://schemas.openxmlformats.org/drawingml/2006/main" noGrp="1"/>
          </p:cNvSpPr>
          <p:nvPr/>
        </p:nvSpPr>
        <p:spPr>
          <a:xfrm xmlns:a="http://schemas.openxmlformats.org/drawingml/2006/main">
            <a:off x="11601450" y="5695950"/>
            <a:ext cx="3781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475" b="1" i="0">
                <a:solidFill>
                  <a:srgbClr val="101329"/>
                </a:solidFill>
                <a:latin typeface="Comic Sans MS"/>
                <a:ea typeface="Comic Sans MS"/>
                <a:cs typeface="Comic Sans MS"/>
              </a:defRPr>
            </a:defPPr>
            <a:lvl1pPr algn="ctr">
              <a:defRPr sz="2475" b="1" i="0">
                <a:solidFill>
                  <a:srgbClr val="101329"/>
                </a:solidFill>
                <a:latin typeface="Comic Sans MS"/>
                <a:ea typeface="Comic Sans MS"/>
                <a:cs typeface="Comic Sans MS"/>
              </a:defRPr>
            </a:lvl1pPr>
            <a:lvl2pPr algn="ctr">
              <a:defRPr sz="2475" b="1" i="0">
                <a:solidFill>
                  <a:srgbClr val="101329"/>
                </a:solidFill>
                <a:latin typeface="Comic Sans MS"/>
                <a:ea typeface="Comic Sans MS"/>
                <a:cs typeface="Comic Sans MS"/>
              </a:defRPr>
            </a:lvl2pPr>
            <a:lvl3pPr algn="ctr">
              <a:defRPr sz="2475" b="1" i="0">
                <a:solidFill>
                  <a:srgbClr val="101329"/>
                </a:solidFill>
                <a:latin typeface="Comic Sans MS"/>
                <a:ea typeface="Comic Sans MS"/>
                <a:cs typeface="Comic Sans MS"/>
              </a:defRPr>
            </a:lvl3pPr>
            <a:lvl4pPr algn="ctr">
              <a:defRPr sz="2475" b="1" i="0">
                <a:solidFill>
                  <a:srgbClr val="101329"/>
                </a:solidFill>
                <a:latin typeface="Comic Sans MS"/>
                <a:ea typeface="Comic Sans MS"/>
                <a:cs typeface="Comic Sans MS"/>
              </a:defRPr>
            </a:lvl4pPr>
            <a:lvl5pPr algn="ctr">
              <a:defRPr sz="2475" b="1" i="0">
                <a:solidFill>
                  <a:srgbClr val="101329"/>
                </a:solidFill>
                <a:latin typeface="Comic Sans MS"/>
                <a:ea typeface="Comic Sans MS"/>
                <a:cs typeface="Comic Sans MS"/>
              </a:defRPr>
            </a:lvl5pPr>
            <a:lvl6pPr algn="ctr">
              <a:defRPr sz="2475" b="1" i="0">
                <a:solidFill>
                  <a:srgbClr val="101329"/>
                </a:solidFill>
                <a:latin typeface="Comic Sans MS"/>
                <a:ea typeface="Comic Sans MS"/>
                <a:cs typeface="Comic Sans MS"/>
              </a:defRPr>
            </a:lvl6pPr>
            <a:lvl7pPr algn="ctr">
              <a:defRPr sz="2475" b="1" i="0">
                <a:solidFill>
                  <a:srgbClr val="101329"/>
                </a:solidFill>
                <a:latin typeface="Comic Sans MS"/>
                <a:ea typeface="Comic Sans MS"/>
                <a:cs typeface="Comic Sans MS"/>
              </a:defRPr>
            </a:lvl7pPr>
            <a:lvl8pPr algn="ctr">
              <a:defRPr sz="2475" b="1" i="0">
                <a:solidFill>
                  <a:srgbClr val="101329"/>
                </a:solidFill>
                <a:latin typeface="Comic Sans MS"/>
                <a:ea typeface="Comic Sans MS"/>
                <a:cs typeface="Comic Sans MS"/>
              </a:defRPr>
            </a:lvl8pPr>
            <a:lvl9pPr algn="ctr">
              <a:defRPr sz="2475" b="1" i="0">
                <a:solidFill>
                  <a:srgbClr val="101329"/>
                </a:solidFill>
                <a:latin typeface="Comic Sans MS"/>
                <a:ea typeface="Comic Sans MS"/>
                <a:cs typeface="Comic Sans MS"/>
              </a:defRPr>
            </a:lvl9pPr>
          </a:lstStyle>
          <a:p xmlns:a="http://schemas.openxmlformats.org/drawingml/2006/main">
            <a:pPr algn="ctr">
              <a:lnSpc>
                <a:spcPct val="102000"/>
              </a:lnSpc>
              <a:buNone/>
              <a:defRPr sz="2475" b="1" i="0">
                <a:solidFill>
                  <a:srgbClr val="101329"/>
                </a:solidFill>
                <a:latin typeface="Comic Sans MS"/>
                <a:ea typeface="Comic Sans MS"/>
                <a:cs typeface="Comic Sans MS"/>
              </a:defRPr>
            </a:pPr>
            <a:r>
              <a:rPr sz="2475" b="1" i="0">
                <a:solidFill>
                  <a:srgbClr val="101329"/>
                </a:solidFill>
                <a:latin typeface="Comic Sans MS"/>
                <a:ea typeface="Comic Sans MS"/>
                <a:cs typeface="Comic Sans MS"/>
              </a:rPr>
              <a:t>Blank correction</a:t>
            </a:r>
          </a:p>
        </p:txBody>
      </p:sp>
      <p:sp>
        <p:nvSpPr>
          <p:cNvPr id="89" name="TXT_calibration">
            <a:extLst xmlns:a="http://schemas.openxmlformats.org/drawingml/2006/main">
              <a:ext uri="{FF2B5EF4-FFF2-40B4-BE49-F238E27FC236}">
                <a16:creationId xmlns:a16="http://schemas.microsoft.com/office/drawing/2014/main" id="{AE99F7B7-5D26-4824-8EAA-0D0AC1D4B1F0}"/>
              </a:ext>
            </a:extLst>
          </p:cNvPr>
          <p:cNvSpPr>
            <a:spLocks xmlns:a="http://schemas.openxmlformats.org/drawingml/2006/main" noGrp="1"/>
          </p:cNvSpPr>
          <p:nvPr/>
        </p:nvSpPr>
        <p:spPr>
          <a:xfrm xmlns:a="http://schemas.openxmlformats.org/drawingml/2006/main">
            <a:off x="11306175" y="7667625"/>
            <a:ext cx="20764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i="0">
                <a:solidFill>
                  <a:srgbClr val="101329"/>
                </a:solidFill>
                <a:latin typeface="Comic Sans MS"/>
                <a:ea typeface="Comic Sans MS"/>
                <a:cs typeface="Comic Sans MS"/>
              </a:defRPr>
            </a:defPPr>
            <a:lvl1pPr algn="ctr">
              <a:defRPr sz="2025" b="1" i="0">
                <a:solidFill>
                  <a:srgbClr val="101329"/>
                </a:solidFill>
                <a:latin typeface="Comic Sans MS"/>
                <a:ea typeface="Comic Sans MS"/>
                <a:cs typeface="Comic Sans MS"/>
              </a:defRPr>
            </a:lvl1pPr>
            <a:lvl2pPr algn="ctr">
              <a:defRPr sz="2025" b="1" i="0">
                <a:solidFill>
                  <a:srgbClr val="101329"/>
                </a:solidFill>
                <a:latin typeface="Comic Sans MS"/>
                <a:ea typeface="Comic Sans MS"/>
                <a:cs typeface="Comic Sans MS"/>
              </a:defRPr>
            </a:lvl2pPr>
            <a:lvl3pPr algn="ctr">
              <a:defRPr sz="2025" b="1" i="0">
                <a:solidFill>
                  <a:srgbClr val="101329"/>
                </a:solidFill>
                <a:latin typeface="Comic Sans MS"/>
                <a:ea typeface="Comic Sans MS"/>
                <a:cs typeface="Comic Sans MS"/>
              </a:defRPr>
            </a:lvl3pPr>
            <a:lvl4pPr algn="ctr">
              <a:defRPr sz="2025" b="1" i="0">
                <a:solidFill>
                  <a:srgbClr val="101329"/>
                </a:solidFill>
                <a:latin typeface="Comic Sans MS"/>
                <a:ea typeface="Comic Sans MS"/>
                <a:cs typeface="Comic Sans MS"/>
              </a:defRPr>
            </a:lvl4pPr>
            <a:lvl5pPr algn="ctr">
              <a:defRPr sz="2025" b="1" i="0">
                <a:solidFill>
                  <a:srgbClr val="101329"/>
                </a:solidFill>
                <a:latin typeface="Comic Sans MS"/>
                <a:ea typeface="Comic Sans MS"/>
                <a:cs typeface="Comic Sans MS"/>
              </a:defRPr>
            </a:lvl5pPr>
            <a:lvl6pPr algn="ctr">
              <a:defRPr sz="2025" b="1" i="0">
                <a:solidFill>
                  <a:srgbClr val="101329"/>
                </a:solidFill>
                <a:latin typeface="Comic Sans MS"/>
                <a:ea typeface="Comic Sans MS"/>
                <a:cs typeface="Comic Sans MS"/>
              </a:defRPr>
            </a:lvl6pPr>
            <a:lvl7pPr algn="ctr">
              <a:defRPr sz="2025" b="1" i="0">
                <a:solidFill>
                  <a:srgbClr val="101329"/>
                </a:solidFill>
                <a:latin typeface="Comic Sans MS"/>
                <a:ea typeface="Comic Sans MS"/>
                <a:cs typeface="Comic Sans MS"/>
              </a:defRPr>
            </a:lvl7pPr>
            <a:lvl8pPr algn="ctr">
              <a:defRPr sz="2025" b="1" i="0">
                <a:solidFill>
                  <a:srgbClr val="101329"/>
                </a:solidFill>
                <a:latin typeface="Comic Sans MS"/>
                <a:ea typeface="Comic Sans MS"/>
                <a:cs typeface="Comic Sans MS"/>
              </a:defRPr>
            </a:lvl8pPr>
            <a:lvl9pPr algn="ctr">
              <a:defRPr sz="2025" b="1" i="0">
                <a:solidFill>
                  <a:srgbClr val="101329"/>
                </a:solidFill>
                <a:latin typeface="Comic Sans MS"/>
                <a:ea typeface="Comic Sans MS"/>
                <a:cs typeface="Comic Sans MS"/>
              </a:defRPr>
            </a:lvl9pPr>
          </a:lstStyle>
          <a:p xmlns:a="http://schemas.openxmlformats.org/drawingml/2006/main">
            <a:pPr algn="ctr">
              <a:lnSpc>
                <a:spcPct val="102000"/>
              </a:lnSpc>
              <a:buNone/>
              <a:defRPr sz="2025" b="1" i="0">
                <a:solidFill>
                  <a:srgbClr val="101329"/>
                </a:solidFill>
                <a:latin typeface="Comic Sans MS"/>
                <a:ea typeface="Comic Sans MS"/>
                <a:cs typeface="Comic Sans MS"/>
              </a:defRPr>
            </a:pPr>
            <a:r>
              <a:rPr sz="2025" b="1" i="0">
                <a:solidFill>
                  <a:srgbClr val="101329"/>
                </a:solidFill>
                <a:latin typeface="Comic Sans MS"/>
                <a:ea typeface="Comic Sans MS"/>
                <a:cs typeface="Comic Sans MS"/>
              </a:rPr>
              <a:t>Calibration</a:t>
            </a:r>
          </a:p>
          <a:p xmlns:a="http://schemas.openxmlformats.org/drawingml/2006/main">
            <a:pPr algn="ctr">
              <a:lnSpc>
                <a:spcPct val="102000"/>
              </a:lnSpc>
              <a:buNone/>
              <a:defRPr sz="2025" b="1" i="0">
                <a:solidFill>
                  <a:srgbClr val="101329"/>
                </a:solidFill>
                <a:latin typeface="Comic Sans MS"/>
                <a:ea typeface="Comic Sans MS"/>
                <a:cs typeface="Comic Sans MS"/>
              </a:defRPr>
            </a:pPr>
            <a:r>
              <a:rPr sz="2025" b="1" i="0">
                <a:solidFill>
                  <a:srgbClr val="101329"/>
                </a:solidFill>
                <a:latin typeface="Comic Sans MS"/>
                <a:ea typeface="Comic Sans MS"/>
                <a:cs typeface="Comic Sans MS"/>
              </a:rPr>
              <a:t>from standards</a:t>
            </a:r>
          </a:p>
        </p:txBody>
      </p:sp>
      <p:sp>
        <p:nvSpPr>
          <p:cNvPr id="90" name="TXT_estimate">
            <a:extLst xmlns:a="http://schemas.openxmlformats.org/drawingml/2006/main">
              <a:ext uri="{FF2B5EF4-FFF2-40B4-BE49-F238E27FC236}">
                <a16:creationId xmlns:a16="http://schemas.microsoft.com/office/drawing/2014/main" id="{75297B3C-A298-4C98-AE18-923536484AA1}"/>
              </a:ext>
            </a:extLst>
          </p:cNvPr>
          <p:cNvSpPr>
            <a:spLocks xmlns:a="http://schemas.openxmlformats.org/drawingml/2006/main" noGrp="1"/>
          </p:cNvSpPr>
          <p:nvPr/>
        </p:nvSpPr>
        <p:spPr>
          <a:xfrm xmlns:a="http://schemas.openxmlformats.org/drawingml/2006/main">
            <a:off x="13744575" y="7667625"/>
            <a:ext cx="20669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i="0">
                <a:solidFill>
                  <a:srgbClr val="101329"/>
                </a:solidFill>
                <a:latin typeface="Comic Sans MS"/>
                <a:ea typeface="Comic Sans MS"/>
                <a:cs typeface="Comic Sans MS"/>
              </a:defRPr>
            </a:defPPr>
            <a:lvl1pPr algn="ctr">
              <a:defRPr sz="2025" b="1" i="0">
                <a:solidFill>
                  <a:srgbClr val="101329"/>
                </a:solidFill>
                <a:latin typeface="Comic Sans MS"/>
                <a:ea typeface="Comic Sans MS"/>
                <a:cs typeface="Comic Sans MS"/>
              </a:defRPr>
            </a:lvl1pPr>
            <a:lvl2pPr algn="ctr">
              <a:defRPr sz="2025" b="1" i="0">
                <a:solidFill>
                  <a:srgbClr val="101329"/>
                </a:solidFill>
                <a:latin typeface="Comic Sans MS"/>
                <a:ea typeface="Comic Sans MS"/>
                <a:cs typeface="Comic Sans MS"/>
              </a:defRPr>
            </a:lvl2pPr>
            <a:lvl3pPr algn="ctr">
              <a:defRPr sz="2025" b="1" i="0">
                <a:solidFill>
                  <a:srgbClr val="101329"/>
                </a:solidFill>
                <a:latin typeface="Comic Sans MS"/>
                <a:ea typeface="Comic Sans MS"/>
                <a:cs typeface="Comic Sans MS"/>
              </a:defRPr>
            </a:lvl3pPr>
            <a:lvl4pPr algn="ctr">
              <a:defRPr sz="2025" b="1" i="0">
                <a:solidFill>
                  <a:srgbClr val="101329"/>
                </a:solidFill>
                <a:latin typeface="Comic Sans MS"/>
                <a:ea typeface="Comic Sans MS"/>
                <a:cs typeface="Comic Sans MS"/>
              </a:defRPr>
            </a:lvl4pPr>
            <a:lvl5pPr algn="ctr">
              <a:defRPr sz="2025" b="1" i="0">
                <a:solidFill>
                  <a:srgbClr val="101329"/>
                </a:solidFill>
                <a:latin typeface="Comic Sans MS"/>
                <a:ea typeface="Comic Sans MS"/>
                <a:cs typeface="Comic Sans MS"/>
              </a:defRPr>
            </a:lvl5pPr>
            <a:lvl6pPr algn="ctr">
              <a:defRPr sz="2025" b="1" i="0">
                <a:solidFill>
                  <a:srgbClr val="101329"/>
                </a:solidFill>
                <a:latin typeface="Comic Sans MS"/>
                <a:ea typeface="Comic Sans MS"/>
                <a:cs typeface="Comic Sans MS"/>
              </a:defRPr>
            </a:lvl6pPr>
            <a:lvl7pPr algn="ctr">
              <a:defRPr sz="2025" b="1" i="0">
                <a:solidFill>
                  <a:srgbClr val="101329"/>
                </a:solidFill>
                <a:latin typeface="Comic Sans MS"/>
                <a:ea typeface="Comic Sans MS"/>
                <a:cs typeface="Comic Sans MS"/>
              </a:defRPr>
            </a:lvl7pPr>
            <a:lvl8pPr algn="ctr">
              <a:defRPr sz="2025" b="1" i="0">
                <a:solidFill>
                  <a:srgbClr val="101329"/>
                </a:solidFill>
                <a:latin typeface="Comic Sans MS"/>
                <a:ea typeface="Comic Sans MS"/>
                <a:cs typeface="Comic Sans MS"/>
              </a:defRPr>
            </a:lvl8pPr>
            <a:lvl9pPr algn="ctr">
              <a:defRPr sz="2025" b="1" i="0">
                <a:solidFill>
                  <a:srgbClr val="101329"/>
                </a:solidFill>
                <a:latin typeface="Comic Sans MS"/>
                <a:ea typeface="Comic Sans MS"/>
                <a:cs typeface="Comic Sans MS"/>
              </a:defRPr>
            </a:lvl9pPr>
          </a:lstStyle>
          <a:p xmlns:a="http://schemas.openxmlformats.org/drawingml/2006/main">
            <a:pPr algn="ctr">
              <a:lnSpc>
                <a:spcPct val="102000"/>
              </a:lnSpc>
              <a:buNone/>
              <a:defRPr sz="2025" b="1" i="0">
                <a:solidFill>
                  <a:srgbClr val="101329"/>
                </a:solidFill>
                <a:latin typeface="Comic Sans MS"/>
                <a:ea typeface="Comic Sans MS"/>
                <a:cs typeface="Comic Sans MS"/>
              </a:defRPr>
            </a:pPr>
            <a:r>
              <a:rPr sz="2025" b="1" i="0">
                <a:solidFill>
                  <a:srgbClr val="101329"/>
                </a:solidFill>
                <a:latin typeface="Comic Sans MS"/>
                <a:ea typeface="Comic Sans MS"/>
                <a:cs typeface="Comic Sans MS"/>
              </a:rPr>
              <a:t>Estimate</a:t>
            </a:r>
          </a:p>
          <a:p xmlns:a="http://schemas.openxmlformats.org/drawingml/2006/main">
            <a:pPr algn="ctr">
              <a:lnSpc>
                <a:spcPct val="102000"/>
              </a:lnSpc>
              <a:buNone/>
              <a:defRPr sz="2025" b="1" i="0">
                <a:solidFill>
                  <a:srgbClr val="101329"/>
                </a:solidFill>
                <a:latin typeface="Comic Sans MS"/>
                <a:ea typeface="Comic Sans MS"/>
                <a:cs typeface="Comic Sans MS"/>
              </a:defRPr>
            </a:pPr>
            <a:r>
              <a:rPr sz="2025" b="1" i="0">
                <a:solidFill>
                  <a:srgbClr val="101329"/>
                </a:solidFill>
                <a:latin typeface="Comic Sans MS"/>
                <a:ea typeface="Comic Sans MS"/>
                <a:cs typeface="Comic Sans MS"/>
              </a:rPr>
              <a:t>protein amount</a:t>
            </a:r>
          </a:p>
        </p:txBody>
      </p:sp>
      <p:sp>
        <p:nvSpPr>
          <p:cNvPr id="91" name="TXT_A_corrected_base">
            <a:extLst xmlns:a="http://schemas.openxmlformats.org/drawingml/2006/main">
              <a:ext uri="{FF2B5EF4-FFF2-40B4-BE49-F238E27FC236}">
                <a16:creationId xmlns:a16="http://schemas.microsoft.com/office/drawing/2014/main" id="{89D4590B-1C93-4025-BDC7-EEF3C4C6CE93}"/>
              </a:ext>
            </a:extLst>
          </p:cNvPr>
          <p:cNvSpPr>
            <a:spLocks xmlns:a="http://schemas.openxmlformats.org/drawingml/2006/main" noGrp="1"/>
          </p:cNvSpPr>
          <p:nvPr/>
        </p:nvSpPr>
        <p:spPr>
          <a:xfrm xmlns:a="http://schemas.openxmlformats.org/drawingml/2006/main">
            <a:off x="11658600" y="6181725"/>
            <a:ext cx="219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1">
                <a:solidFill>
                  <a:srgbClr val="101329"/>
                </a:solidFill>
                <a:latin typeface="Times New Roman"/>
                <a:ea typeface="Times New Roman"/>
                <a:cs typeface="Times New Roman"/>
              </a:defRPr>
            </a:defPPr>
            <a:lvl1pPr algn="l">
              <a:defRPr sz="2400" b="0" i="1">
                <a:solidFill>
                  <a:srgbClr val="101329"/>
                </a:solidFill>
                <a:latin typeface="Times New Roman"/>
                <a:ea typeface="Times New Roman"/>
                <a:cs typeface="Times New Roman"/>
              </a:defRPr>
            </a:lvl1pPr>
            <a:lvl2pPr algn="l">
              <a:defRPr sz="2400" b="0" i="1">
                <a:solidFill>
                  <a:srgbClr val="101329"/>
                </a:solidFill>
                <a:latin typeface="Times New Roman"/>
                <a:ea typeface="Times New Roman"/>
                <a:cs typeface="Times New Roman"/>
              </a:defRPr>
            </a:lvl2pPr>
            <a:lvl3pPr algn="l">
              <a:defRPr sz="2400" b="0" i="1">
                <a:solidFill>
                  <a:srgbClr val="101329"/>
                </a:solidFill>
                <a:latin typeface="Times New Roman"/>
                <a:ea typeface="Times New Roman"/>
                <a:cs typeface="Times New Roman"/>
              </a:defRPr>
            </a:lvl3pPr>
            <a:lvl4pPr algn="l">
              <a:defRPr sz="2400" b="0" i="1">
                <a:solidFill>
                  <a:srgbClr val="101329"/>
                </a:solidFill>
                <a:latin typeface="Times New Roman"/>
                <a:ea typeface="Times New Roman"/>
                <a:cs typeface="Times New Roman"/>
              </a:defRPr>
            </a:lvl4pPr>
            <a:lvl5pPr algn="l">
              <a:defRPr sz="2400" b="0" i="1">
                <a:solidFill>
                  <a:srgbClr val="101329"/>
                </a:solidFill>
                <a:latin typeface="Times New Roman"/>
                <a:ea typeface="Times New Roman"/>
                <a:cs typeface="Times New Roman"/>
              </a:defRPr>
            </a:lvl5pPr>
            <a:lvl6pPr algn="l">
              <a:defRPr sz="2400" b="0" i="1">
                <a:solidFill>
                  <a:srgbClr val="101329"/>
                </a:solidFill>
                <a:latin typeface="Times New Roman"/>
                <a:ea typeface="Times New Roman"/>
                <a:cs typeface="Times New Roman"/>
              </a:defRPr>
            </a:lvl6pPr>
            <a:lvl7pPr algn="l">
              <a:defRPr sz="2400" b="0" i="1">
                <a:solidFill>
                  <a:srgbClr val="101329"/>
                </a:solidFill>
                <a:latin typeface="Times New Roman"/>
                <a:ea typeface="Times New Roman"/>
                <a:cs typeface="Times New Roman"/>
              </a:defRPr>
            </a:lvl7pPr>
            <a:lvl8pPr algn="l">
              <a:defRPr sz="2400" b="0" i="1">
                <a:solidFill>
                  <a:srgbClr val="101329"/>
                </a:solidFill>
                <a:latin typeface="Times New Roman"/>
                <a:ea typeface="Times New Roman"/>
                <a:cs typeface="Times New Roman"/>
              </a:defRPr>
            </a:lvl8pPr>
            <a:lvl9pPr algn="l">
              <a:defRPr sz="2400" b="0" i="1">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1">
                <a:solidFill>
                  <a:srgbClr val="101329"/>
                </a:solidFill>
                <a:latin typeface="Times New Roman"/>
                <a:ea typeface="Times New Roman"/>
                <a:cs typeface="Times New Roman"/>
              </a:defRPr>
            </a:pPr>
            <a:r>
              <a:rPr sz="2400" b="0" i="1">
                <a:solidFill>
                  <a:srgbClr val="101329"/>
                </a:solidFill>
                <a:latin typeface="Times New Roman"/>
                <a:ea typeface="Times New Roman"/>
                <a:cs typeface="Times New Roman"/>
              </a:rPr>
              <a:t>A</a:t>
            </a:r>
          </a:p>
        </p:txBody>
      </p:sp>
      <p:sp>
        <p:nvSpPr>
          <p:cNvPr id="92" name="TXT_A_corrected_sub">
            <a:extLst xmlns:a="http://schemas.openxmlformats.org/drawingml/2006/main">
              <a:ext uri="{FF2B5EF4-FFF2-40B4-BE49-F238E27FC236}">
                <a16:creationId xmlns:a16="http://schemas.microsoft.com/office/drawing/2014/main" id="{BBCB22B3-7F1C-4FAF-A9F7-F943237E5188}"/>
              </a:ext>
            </a:extLst>
          </p:cNvPr>
          <p:cNvSpPr>
            <a:spLocks xmlns:a="http://schemas.openxmlformats.org/drawingml/2006/main" noGrp="1"/>
          </p:cNvSpPr>
          <p:nvPr/>
        </p:nvSpPr>
        <p:spPr>
          <a:xfrm xmlns:a="http://schemas.openxmlformats.org/drawingml/2006/main">
            <a:off x="11877675" y="6400800"/>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i="0">
                <a:solidFill>
                  <a:srgbClr val="101329"/>
                </a:solidFill>
                <a:latin typeface="Times New Roman"/>
                <a:ea typeface="Times New Roman"/>
                <a:cs typeface="Times New Roman"/>
              </a:defRPr>
            </a:defPPr>
            <a:lvl1pPr algn="l">
              <a:defRPr sz="1575" b="0" i="0">
                <a:solidFill>
                  <a:srgbClr val="101329"/>
                </a:solidFill>
                <a:latin typeface="Times New Roman"/>
                <a:ea typeface="Times New Roman"/>
                <a:cs typeface="Times New Roman"/>
              </a:defRPr>
            </a:lvl1pPr>
            <a:lvl2pPr algn="l">
              <a:defRPr sz="1575" b="0" i="0">
                <a:solidFill>
                  <a:srgbClr val="101329"/>
                </a:solidFill>
                <a:latin typeface="Times New Roman"/>
                <a:ea typeface="Times New Roman"/>
                <a:cs typeface="Times New Roman"/>
              </a:defRPr>
            </a:lvl2pPr>
            <a:lvl3pPr algn="l">
              <a:defRPr sz="1575" b="0" i="0">
                <a:solidFill>
                  <a:srgbClr val="101329"/>
                </a:solidFill>
                <a:latin typeface="Times New Roman"/>
                <a:ea typeface="Times New Roman"/>
                <a:cs typeface="Times New Roman"/>
              </a:defRPr>
            </a:lvl3pPr>
            <a:lvl4pPr algn="l">
              <a:defRPr sz="1575" b="0" i="0">
                <a:solidFill>
                  <a:srgbClr val="101329"/>
                </a:solidFill>
                <a:latin typeface="Times New Roman"/>
                <a:ea typeface="Times New Roman"/>
                <a:cs typeface="Times New Roman"/>
              </a:defRPr>
            </a:lvl4pPr>
            <a:lvl5pPr algn="l">
              <a:defRPr sz="1575" b="0" i="0">
                <a:solidFill>
                  <a:srgbClr val="101329"/>
                </a:solidFill>
                <a:latin typeface="Times New Roman"/>
                <a:ea typeface="Times New Roman"/>
                <a:cs typeface="Times New Roman"/>
              </a:defRPr>
            </a:lvl5pPr>
            <a:lvl6pPr algn="l">
              <a:defRPr sz="1575" b="0" i="0">
                <a:solidFill>
                  <a:srgbClr val="101329"/>
                </a:solidFill>
                <a:latin typeface="Times New Roman"/>
                <a:ea typeface="Times New Roman"/>
                <a:cs typeface="Times New Roman"/>
              </a:defRPr>
            </a:lvl6pPr>
            <a:lvl7pPr algn="l">
              <a:defRPr sz="1575" b="0" i="0">
                <a:solidFill>
                  <a:srgbClr val="101329"/>
                </a:solidFill>
                <a:latin typeface="Times New Roman"/>
                <a:ea typeface="Times New Roman"/>
                <a:cs typeface="Times New Roman"/>
              </a:defRPr>
            </a:lvl7pPr>
            <a:lvl8pPr algn="l">
              <a:defRPr sz="1575" b="0" i="0">
                <a:solidFill>
                  <a:srgbClr val="101329"/>
                </a:solidFill>
                <a:latin typeface="Times New Roman"/>
                <a:ea typeface="Times New Roman"/>
                <a:cs typeface="Times New Roman"/>
              </a:defRPr>
            </a:lvl8pPr>
            <a:lvl9pPr algn="l">
              <a:defRPr sz="1575" b="0" i="0">
                <a:solidFill>
                  <a:srgbClr val="101329"/>
                </a:solidFill>
                <a:latin typeface="Times New Roman"/>
                <a:ea typeface="Times New Roman"/>
                <a:cs typeface="Times New Roman"/>
              </a:defRPr>
            </a:lvl9pPr>
          </a:lstStyle>
          <a:p xmlns:a="http://schemas.openxmlformats.org/drawingml/2006/main">
            <a:pPr algn="l">
              <a:lnSpc>
                <a:spcPct val="102000"/>
              </a:lnSpc>
              <a:buNone/>
              <a:defRPr sz="1575" b="0" i="0">
                <a:solidFill>
                  <a:srgbClr val="101329"/>
                </a:solidFill>
                <a:latin typeface="Times New Roman"/>
                <a:ea typeface="Times New Roman"/>
                <a:cs typeface="Times New Roman"/>
              </a:defRPr>
            </a:pPr>
            <a:r>
              <a:rPr sz="1575" b="0" i="0">
                <a:solidFill>
                  <a:srgbClr val="101329"/>
                </a:solidFill>
                <a:latin typeface="Times New Roman"/>
                <a:ea typeface="Times New Roman"/>
                <a:cs typeface="Times New Roman"/>
              </a:rPr>
              <a:t>corrected</a:t>
            </a:r>
          </a:p>
        </p:txBody>
      </p:sp>
      <p:sp>
        <p:nvSpPr>
          <p:cNvPr id="93" name="TXT_equals">
            <a:extLst xmlns:a="http://schemas.openxmlformats.org/drawingml/2006/main">
              <a:ext uri="{FF2B5EF4-FFF2-40B4-BE49-F238E27FC236}">
                <a16:creationId xmlns:a16="http://schemas.microsoft.com/office/drawing/2014/main" id="{966E3FA3-AF23-4B1D-814F-7AC86A4811FF}"/>
              </a:ext>
            </a:extLst>
          </p:cNvPr>
          <p:cNvSpPr>
            <a:spLocks xmlns:a="http://schemas.openxmlformats.org/drawingml/2006/main" noGrp="1"/>
          </p:cNvSpPr>
          <p:nvPr/>
        </p:nvSpPr>
        <p:spPr>
          <a:xfrm xmlns:a="http://schemas.openxmlformats.org/drawingml/2006/main">
            <a:off x="12725400" y="618172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0">
                <a:solidFill>
                  <a:srgbClr val="101329"/>
                </a:solidFill>
                <a:latin typeface="Times New Roman"/>
                <a:ea typeface="Times New Roman"/>
                <a:cs typeface="Times New Roman"/>
              </a:defRPr>
            </a:defPPr>
            <a:lvl1pPr algn="l">
              <a:defRPr sz="2400" b="0" i="0">
                <a:solidFill>
                  <a:srgbClr val="101329"/>
                </a:solidFill>
                <a:latin typeface="Times New Roman"/>
                <a:ea typeface="Times New Roman"/>
                <a:cs typeface="Times New Roman"/>
              </a:defRPr>
            </a:lvl1pPr>
            <a:lvl2pPr algn="l">
              <a:defRPr sz="2400" b="0" i="0">
                <a:solidFill>
                  <a:srgbClr val="101329"/>
                </a:solidFill>
                <a:latin typeface="Times New Roman"/>
                <a:ea typeface="Times New Roman"/>
                <a:cs typeface="Times New Roman"/>
              </a:defRPr>
            </a:lvl2pPr>
            <a:lvl3pPr algn="l">
              <a:defRPr sz="2400" b="0" i="0">
                <a:solidFill>
                  <a:srgbClr val="101329"/>
                </a:solidFill>
                <a:latin typeface="Times New Roman"/>
                <a:ea typeface="Times New Roman"/>
                <a:cs typeface="Times New Roman"/>
              </a:defRPr>
            </a:lvl3pPr>
            <a:lvl4pPr algn="l">
              <a:defRPr sz="2400" b="0" i="0">
                <a:solidFill>
                  <a:srgbClr val="101329"/>
                </a:solidFill>
                <a:latin typeface="Times New Roman"/>
                <a:ea typeface="Times New Roman"/>
                <a:cs typeface="Times New Roman"/>
              </a:defRPr>
            </a:lvl4pPr>
            <a:lvl5pPr algn="l">
              <a:defRPr sz="2400" b="0" i="0">
                <a:solidFill>
                  <a:srgbClr val="101329"/>
                </a:solidFill>
                <a:latin typeface="Times New Roman"/>
                <a:ea typeface="Times New Roman"/>
                <a:cs typeface="Times New Roman"/>
              </a:defRPr>
            </a:lvl5pPr>
            <a:lvl6pPr algn="l">
              <a:defRPr sz="2400" b="0" i="0">
                <a:solidFill>
                  <a:srgbClr val="101329"/>
                </a:solidFill>
                <a:latin typeface="Times New Roman"/>
                <a:ea typeface="Times New Roman"/>
                <a:cs typeface="Times New Roman"/>
              </a:defRPr>
            </a:lvl6pPr>
            <a:lvl7pPr algn="l">
              <a:defRPr sz="2400" b="0" i="0">
                <a:solidFill>
                  <a:srgbClr val="101329"/>
                </a:solidFill>
                <a:latin typeface="Times New Roman"/>
                <a:ea typeface="Times New Roman"/>
                <a:cs typeface="Times New Roman"/>
              </a:defRPr>
            </a:lvl7pPr>
            <a:lvl8pPr algn="l">
              <a:defRPr sz="2400" b="0" i="0">
                <a:solidFill>
                  <a:srgbClr val="101329"/>
                </a:solidFill>
                <a:latin typeface="Times New Roman"/>
                <a:ea typeface="Times New Roman"/>
                <a:cs typeface="Times New Roman"/>
              </a:defRPr>
            </a:lvl8pPr>
            <a:lvl9pPr algn="l">
              <a:defRPr sz="2400" b="0" i="0">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0">
                <a:solidFill>
                  <a:srgbClr val="101329"/>
                </a:solidFill>
                <a:latin typeface="Times New Roman"/>
                <a:ea typeface="Times New Roman"/>
                <a:cs typeface="Times New Roman"/>
              </a:defRPr>
            </a:pPr>
            <a:r>
              <a:rPr sz="2400" b="0" i="0">
                <a:solidFill>
                  <a:srgbClr val="101329"/>
                </a:solidFill>
                <a:latin typeface="Times New Roman"/>
                <a:ea typeface="Times New Roman"/>
                <a:cs typeface="Times New Roman"/>
              </a:rPr>
              <a:t>=</a:t>
            </a:r>
          </a:p>
        </p:txBody>
      </p:sp>
      <p:sp>
        <p:nvSpPr>
          <p:cNvPr id="94" name="TXT_A_sample_base">
            <a:extLst xmlns:a="http://schemas.openxmlformats.org/drawingml/2006/main">
              <a:ext uri="{FF2B5EF4-FFF2-40B4-BE49-F238E27FC236}">
                <a16:creationId xmlns:a16="http://schemas.microsoft.com/office/drawing/2014/main" id="{C7C64E8B-143D-4FE8-B8F8-D3FCCD41EEA0}"/>
              </a:ext>
            </a:extLst>
          </p:cNvPr>
          <p:cNvSpPr>
            <a:spLocks xmlns:a="http://schemas.openxmlformats.org/drawingml/2006/main" noGrp="1"/>
          </p:cNvSpPr>
          <p:nvPr/>
        </p:nvSpPr>
        <p:spPr>
          <a:xfrm xmlns:a="http://schemas.openxmlformats.org/drawingml/2006/main">
            <a:off x="13030200" y="6181725"/>
            <a:ext cx="219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1">
                <a:solidFill>
                  <a:srgbClr val="101329"/>
                </a:solidFill>
                <a:latin typeface="Times New Roman"/>
                <a:ea typeface="Times New Roman"/>
                <a:cs typeface="Times New Roman"/>
              </a:defRPr>
            </a:defPPr>
            <a:lvl1pPr algn="l">
              <a:defRPr sz="2400" b="0" i="1">
                <a:solidFill>
                  <a:srgbClr val="101329"/>
                </a:solidFill>
                <a:latin typeface="Times New Roman"/>
                <a:ea typeface="Times New Roman"/>
                <a:cs typeface="Times New Roman"/>
              </a:defRPr>
            </a:lvl1pPr>
            <a:lvl2pPr algn="l">
              <a:defRPr sz="2400" b="0" i="1">
                <a:solidFill>
                  <a:srgbClr val="101329"/>
                </a:solidFill>
                <a:latin typeface="Times New Roman"/>
                <a:ea typeface="Times New Roman"/>
                <a:cs typeface="Times New Roman"/>
              </a:defRPr>
            </a:lvl2pPr>
            <a:lvl3pPr algn="l">
              <a:defRPr sz="2400" b="0" i="1">
                <a:solidFill>
                  <a:srgbClr val="101329"/>
                </a:solidFill>
                <a:latin typeface="Times New Roman"/>
                <a:ea typeface="Times New Roman"/>
                <a:cs typeface="Times New Roman"/>
              </a:defRPr>
            </a:lvl3pPr>
            <a:lvl4pPr algn="l">
              <a:defRPr sz="2400" b="0" i="1">
                <a:solidFill>
                  <a:srgbClr val="101329"/>
                </a:solidFill>
                <a:latin typeface="Times New Roman"/>
                <a:ea typeface="Times New Roman"/>
                <a:cs typeface="Times New Roman"/>
              </a:defRPr>
            </a:lvl4pPr>
            <a:lvl5pPr algn="l">
              <a:defRPr sz="2400" b="0" i="1">
                <a:solidFill>
                  <a:srgbClr val="101329"/>
                </a:solidFill>
                <a:latin typeface="Times New Roman"/>
                <a:ea typeface="Times New Roman"/>
                <a:cs typeface="Times New Roman"/>
              </a:defRPr>
            </a:lvl5pPr>
            <a:lvl6pPr algn="l">
              <a:defRPr sz="2400" b="0" i="1">
                <a:solidFill>
                  <a:srgbClr val="101329"/>
                </a:solidFill>
                <a:latin typeface="Times New Roman"/>
                <a:ea typeface="Times New Roman"/>
                <a:cs typeface="Times New Roman"/>
              </a:defRPr>
            </a:lvl6pPr>
            <a:lvl7pPr algn="l">
              <a:defRPr sz="2400" b="0" i="1">
                <a:solidFill>
                  <a:srgbClr val="101329"/>
                </a:solidFill>
                <a:latin typeface="Times New Roman"/>
                <a:ea typeface="Times New Roman"/>
                <a:cs typeface="Times New Roman"/>
              </a:defRPr>
            </a:lvl7pPr>
            <a:lvl8pPr algn="l">
              <a:defRPr sz="2400" b="0" i="1">
                <a:solidFill>
                  <a:srgbClr val="101329"/>
                </a:solidFill>
                <a:latin typeface="Times New Roman"/>
                <a:ea typeface="Times New Roman"/>
                <a:cs typeface="Times New Roman"/>
              </a:defRPr>
            </a:lvl8pPr>
            <a:lvl9pPr algn="l">
              <a:defRPr sz="2400" b="0" i="1">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1">
                <a:solidFill>
                  <a:srgbClr val="101329"/>
                </a:solidFill>
                <a:latin typeface="Times New Roman"/>
                <a:ea typeface="Times New Roman"/>
                <a:cs typeface="Times New Roman"/>
              </a:defRPr>
            </a:pPr>
            <a:r>
              <a:rPr sz="2400" b="0" i="1">
                <a:solidFill>
                  <a:srgbClr val="101329"/>
                </a:solidFill>
                <a:latin typeface="Times New Roman"/>
                <a:ea typeface="Times New Roman"/>
                <a:cs typeface="Times New Roman"/>
              </a:rPr>
              <a:t>A</a:t>
            </a:r>
          </a:p>
        </p:txBody>
      </p:sp>
      <p:sp>
        <p:nvSpPr>
          <p:cNvPr id="95" name="TXT_A_sample_sub">
            <a:extLst xmlns:a="http://schemas.openxmlformats.org/drawingml/2006/main">
              <a:ext uri="{FF2B5EF4-FFF2-40B4-BE49-F238E27FC236}">
                <a16:creationId xmlns:a16="http://schemas.microsoft.com/office/drawing/2014/main" id="{E4297C22-B991-4874-8777-E185BEC5594C}"/>
              </a:ext>
            </a:extLst>
          </p:cNvPr>
          <p:cNvSpPr>
            <a:spLocks xmlns:a="http://schemas.openxmlformats.org/drawingml/2006/main" noGrp="1"/>
          </p:cNvSpPr>
          <p:nvPr/>
        </p:nvSpPr>
        <p:spPr>
          <a:xfrm xmlns:a="http://schemas.openxmlformats.org/drawingml/2006/main">
            <a:off x="13249275" y="64008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i="0">
                <a:solidFill>
                  <a:srgbClr val="101329"/>
                </a:solidFill>
                <a:latin typeface="Times New Roman"/>
                <a:ea typeface="Times New Roman"/>
                <a:cs typeface="Times New Roman"/>
              </a:defRPr>
            </a:defPPr>
            <a:lvl1pPr algn="l">
              <a:defRPr sz="1575" b="0" i="0">
                <a:solidFill>
                  <a:srgbClr val="101329"/>
                </a:solidFill>
                <a:latin typeface="Times New Roman"/>
                <a:ea typeface="Times New Roman"/>
                <a:cs typeface="Times New Roman"/>
              </a:defRPr>
            </a:lvl1pPr>
            <a:lvl2pPr algn="l">
              <a:defRPr sz="1575" b="0" i="0">
                <a:solidFill>
                  <a:srgbClr val="101329"/>
                </a:solidFill>
                <a:latin typeface="Times New Roman"/>
                <a:ea typeface="Times New Roman"/>
                <a:cs typeface="Times New Roman"/>
              </a:defRPr>
            </a:lvl2pPr>
            <a:lvl3pPr algn="l">
              <a:defRPr sz="1575" b="0" i="0">
                <a:solidFill>
                  <a:srgbClr val="101329"/>
                </a:solidFill>
                <a:latin typeface="Times New Roman"/>
                <a:ea typeface="Times New Roman"/>
                <a:cs typeface="Times New Roman"/>
              </a:defRPr>
            </a:lvl3pPr>
            <a:lvl4pPr algn="l">
              <a:defRPr sz="1575" b="0" i="0">
                <a:solidFill>
                  <a:srgbClr val="101329"/>
                </a:solidFill>
                <a:latin typeface="Times New Roman"/>
                <a:ea typeface="Times New Roman"/>
                <a:cs typeface="Times New Roman"/>
              </a:defRPr>
            </a:lvl4pPr>
            <a:lvl5pPr algn="l">
              <a:defRPr sz="1575" b="0" i="0">
                <a:solidFill>
                  <a:srgbClr val="101329"/>
                </a:solidFill>
                <a:latin typeface="Times New Roman"/>
                <a:ea typeface="Times New Roman"/>
                <a:cs typeface="Times New Roman"/>
              </a:defRPr>
            </a:lvl5pPr>
            <a:lvl6pPr algn="l">
              <a:defRPr sz="1575" b="0" i="0">
                <a:solidFill>
                  <a:srgbClr val="101329"/>
                </a:solidFill>
                <a:latin typeface="Times New Roman"/>
                <a:ea typeface="Times New Roman"/>
                <a:cs typeface="Times New Roman"/>
              </a:defRPr>
            </a:lvl6pPr>
            <a:lvl7pPr algn="l">
              <a:defRPr sz="1575" b="0" i="0">
                <a:solidFill>
                  <a:srgbClr val="101329"/>
                </a:solidFill>
                <a:latin typeface="Times New Roman"/>
                <a:ea typeface="Times New Roman"/>
                <a:cs typeface="Times New Roman"/>
              </a:defRPr>
            </a:lvl7pPr>
            <a:lvl8pPr algn="l">
              <a:defRPr sz="1575" b="0" i="0">
                <a:solidFill>
                  <a:srgbClr val="101329"/>
                </a:solidFill>
                <a:latin typeface="Times New Roman"/>
                <a:ea typeface="Times New Roman"/>
                <a:cs typeface="Times New Roman"/>
              </a:defRPr>
            </a:lvl8pPr>
            <a:lvl9pPr algn="l">
              <a:defRPr sz="1575" b="0" i="0">
                <a:solidFill>
                  <a:srgbClr val="101329"/>
                </a:solidFill>
                <a:latin typeface="Times New Roman"/>
                <a:ea typeface="Times New Roman"/>
                <a:cs typeface="Times New Roman"/>
              </a:defRPr>
            </a:lvl9pPr>
          </a:lstStyle>
          <a:p xmlns:a="http://schemas.openxmlformats.org/drawingml/2006/main">
            <a:pPr algn="l">
              <a:lnSpc>
                <a:spcPct val="102000"/>
              </a:lnSpc>
              <a:buNone/>
              <a:defRPr sz="1575" b="0" i="0">
                <a:solidFill>
                  <a:srgbClr val="101329"/>
                </a:solidFill>
                <a:latin typeface="Times New Roman"/>
                <a:ea typeface="Times New Roman"/>
                <a:cs typeface="Times New Roman"/>
              </a:defRPr>
            </a:pPr>
            <a:r>
              <a:rPr sz="1575" b="0" i="0">
                <a:solidFill>
                  <a:srgbClr val="101329"/>
                </a:solidFill>
                <a:latin typeface="Times New Roman"/>
                <a:ea typeface="Times New Roman"/>
                <a:cs typeface="Times New Roman"/>
              </a:rPr>
              <a:t>sample</a:t>
            </a:r>
          </a:p>
        </p:txBody>
      </p:sp>
      <p:sp>
        <p:nvSpPr>
          <p:cNvPr id="96" name="TXT_minus">
            <a:extLst xmlns:a="http://schemas.openxmlformats.org/drawingml/2006/main">
              <a:ext uri="{FF2B5EF4-FFF2-40B4-BE49-F238E27FC236}">
                <a16:creationId xmlns:a16="http://schemas.microsoft.com/office/drawing/2014/main" id="{ACD70554-2274-445F-91D7-511AC0A99EA2}"/>
              </a:ext>
            </a:extLst>
          </p:cNvPr>
          <p:cNvSpPr>
            <a:spLocks xmlns:a="http://schemas.openxmlformats.org/drawingml/2006/main" noGrp="1"/>
          </p:cNvSpPr>
          <p:nvPr/>
        </p:nvSpPr>
        <p:spPr>
          <a:xfrm xmlns:a="http://schemas.openxmlformats.org/drawingml/2006/main">
            <a:off x="13868400" y="618172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0">
                <a:solidFill>
                  <a:srgbClr val="101329"/>
                </a:solidFill>
                <a:latin typeface="Times New Roman"/>
                <a:ea typeface="Times New Roman"/>
                <a:cs typeface="Times New Roman"/>
              </a:defRPr>
            </a:defPPr>
            <a:lvl1pPr algn="l">
              <a:defRPr sz="2400" b="0" i="0">
                <a:solidFill>
                  <a:srgbClr val="101329"/>
                </a:solidFill>
                <a:latin typeface="Times New Roman"/>
                <a:ea typeface="Times New Roman"/>
                <a:cs typeface="Times New Roman"/>
              </a:defRPr>
            </a:lvl1pPr>
            <a:lvl2pPr algn="l">
              <a:defRPr sz="2400" b="0" i="0">
                <a:solidFill>
                  <a:srgbClr val="101329"/>
                </a:solidFill>
                <a:latin typeface="Times New Roman"/>
                <a:ea typeface="Times New Roman"/>
                <a:cs typeface="Times New Roman"/>
              </a:defRPr>
            </a:lvl2pPr>
            <a:lvl3pPr algn="l">
              <a:defRPr sz="2400" b="0" i="0">
                <a:solidFill>
                  <a:srgbClr val="101329"/>
                </a:solidFill>
                <a:latin typeface="Times New Roman"/>
                <a:ea typeface="Times New Roman"/>
                <a:cs typeface="Times New Roman"/>
              </a:defRPr>
            </a:lvl3pPr>
            <a:lvl4pPr algn="l">
              <a:defRPr sz="2400" b="0" i="0">
                <a:solidFill>
                  <a:srgbClr val="101329"/>
                </a:solidFill>
                <a:latin typeface="Times New Roman"/>
                <a:ea typeface="Times New Roman"/>
                <a:cs typeface="Times New Roman"/>
              </a:defRPr>
            </a:lvl4pPr>
            <a:lvl5pPr algn="l">
              <a:defRPr sz="2400" b="0" i="0">
                <a:solidFill>
                  <a:srgbClr val="101329"/>
                </a:solidFill>
                <a:latin typeface="Times New Roman"/>
                <a:ea typeface="Times New Roman"/>
                <a:cs typeface="Times New Roman"/>
              </a:defRPr>
            </a:lvl5pPr>
            <a:lvl6pPr algn="l">
              <a:defRPr sz="2400" b="0" i="0">
                <a:solidFill>
                  <a:srgbClr val="101329"/>
                </a:solidFill>
                <a:latin typeface="Times New Roman"/>
                <a:ea typeface="Times New Roman"/>
                <a:cs typeface="Times New Roman"/>
              </a:defRPr>
            </a:lvl6pPr>
            <a:lvl7pPr algn="l">
              <a:defRPr sz="2400" b="0" i="0">
                <a:solidFill>
                  <a:srgbClr val="101329"/>
                </a:solidFill>
                <a:latin typeface="Times New Roman"/>
                <a:ea typeface="Times New Roman"/>
                <a:cs typeface="Times New Roman"/>
              </a:defRPr>
            </a:lvl7pPr>
            <a:lvl8pPr algn="l">
              <a:defRPr sz="2400" b="0" i="0">
                <a:solidFill>
                  <a:srgbClr val="101329"/>
                </a:solidFill>
                <a:latin typeface="Times New Roman"/>
                <a:ea typeface="Times New Roman"/>
                <a:cs typeface="Times New Roman"/>
              </a:defRPr>
            </a:lvl8pPr>
            <a:lvl9pPr algn="l">
              <a:defRPr sz="2400" b="0" i="0">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0">
                <a:solidFill>
                  <a:srgbClr val="101329"/>
                </a:solidFill>
                <a:latin typeface="Times New Roman"/>
                <a:ea typeface="Times New Roman"/>
                <a:cs typeface="Times New Roman"/>
              </a:defRPr>
            </a:pPr>
            <a:r>
              <a:rPr sz="2400" b="0" i="0">
                <a:solidFill>
                  <a:srgbClr val="101329"/>
                </a:solidFill>
                <a:latin typeface="Times New Roman"/>
                <a:ea typeface="Times New Roman"/>
                <a:cs typeface="Times New Roman"/>
              </a:rPr>
              <a:t>−</a:t>
            </a:r>
          </a:p>
        </p:txBody>
      </p:sp>
      <p:sp>
        <p:nvSpPr>
          <p:cNvPr id="97" name="TXT_A_blank_base">
            <a:extLst xmlns:a="http://schemas.openxmlformats.org/drawingml/2006/main">
              <a:ext uri="{FF2B5EF4-FFF2-40B4-BE49-F238E27FC236}">
                <a16:creationId xmlns:a16="http://schemas.microsoft.com/office/drawing/2014/main" id="{F9C0C64C-3595-4A5D-A0DB-3397DFD2EDCB}"/>
              </a:ext>
            </a:extLst>
          </p:cNvPr>
          <p:cNvSpPr>
            <a:spLocks xmlns:a="http://schemas.openxmlformats.org/drawingml/2006/main" noGrp="1"/>
          </p:cNvSpPr>
          <p:nvPr/>
        </p:nvSpPr>
        <p:spPr>
          <a:xfrm xmlns:a="http://schemas.openxmlformats.org/drawingml/2006/main">
            <a:off x="14173200" y="6181725"/>
            <a:ext cx="219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i="1">
                <a:solidFill>
                  <a:srgbClr val="101329"/>
                </a:solidFill>
                <a:latin typeface="Times New Roman"/>
                <a:ea typeface="Times New Roman"/>
                <a:cs typeface="Times New Roman"/>
              </a:defRPr>
            </a:defPPr>
            <a:lvl1pPr algn="l">
              <a:defRPr sz="2400" b="0" i="1">
                <a:solidFill>
                  <a:srgbClr val="101329"/>
                </a:solidFill>
                <a:latin typeface="Times New Roman"/>
                <a:ea typeface="Times New Roman"/>
                <a:cs typeface="Times New Roman"/>
              </a:defRPr>
            </a:lvl1pPr>
            <a:lvl2pPr algn="l">
              <a:defRPr sz="2400" b="0" i="1">
                <a:solidFill>
                  <a:srgbClr val="101329"/>
                </a:solidFill>
                <a:latin typeface="Times New Roman"/>
                <a:ea typeface="Times New Roman"/>
                <a:cs typeface="Times New Roman"/>
              </a:defRPr>
            </a:lvl2pPr>
            <a:lvl3pPr algn="l">
              <a:defRPr sz="2400" b="0" i="1">
                <a:solidFill>
                  <a:srgbClr val="101329"/>
                </a:solidFill>
                <a:latin typeface="Times New Roman"/>
                <a:ea typeface="Times New Roman"/>
                <a:cs typeface="Times New Roman"/>
              </a:defRPr>
            </a:lvl3pPr>
            <a:lvl4pPr algn="l">
              <a:defRPr sz="2400" b="0" i="1">
                <a:solidFill>
                  <a:srgbClr val="101329"/>
                </a:solidFill>
                <a:latin typeface="Times New Roman"/>
                <a:ea typeface="Times New Roman"/>
                <a:cs typeface="Times New Roman"/>
              </a:defRPr>
            </a:lvl4pPr>
            <a:lvl5pPr algn="l">
              <a:defRPr sz="2400" b="0" i="1">
                <a:solidFill>
                  <a:srgbClr val="101329"/>
                </a:solidFill>
                <a:latin typeface="Times New Roman"/>
                <a:ea typeface="Times New Roman"/>
                <a:cs typeface="Times New Roman"/>
              </a:defRPr>
            </a:lvl5pPr>
            <a:lvl6pPr algn="l">
              <a:defRPr sz="2400" b="0" i="1">
                <a:solidFill>
                  <a:srgbClr val="101329"/>
                </a:solidFill>
                <a:latin typeface="Times New Roman"/>
                <a:ea typeface="Times New Roman"/>
                <a:cs typeface="Times New Roman"/>
              </a:defRPr>
            </a:lvl6pPr>
            <a:lvl7pPr algn="l">
              <a:defRPr sz="2400" b="0" i="1">
                <a:solidFill>
                  <a:srgbClr val="101329"/>
                </a:solidFill>
                <a:latin typeface="Times New Roman"/>
                <a:ea typeface="Times New Roman"/>
                <a:cs typeface="Times New Roman"/>
              </a:defRPr>
            </a:lvl7pPr>
            <a:lvl8pPr algn="l">
              <a:defRPr sz="2400" b="0" i="1">
                <a:solidFill>
                  <a:srgbClr val="101329"/>
                </a:solidFill>
                <a:latin typeface="Times New Roman"/>
                <a:ea typeface="Times New Roman"/>
                <a:cs typeface="Times New Roman"/>
              </a:defRPr>
            </a:lvl8pPr>
            <a:lvl9pPr algn="l">
              <a:defRPr sz="2400" b="0" i="1">
                <a:solidFill>
                  <a:srgbClr val="101329"/>
                </a:solidFill>
                <a:latin typeface="Times New Roman"/>
                <a:ea typeface="Times New Roman"/>
                <a:cs typeface="Times New Roman"/>
              </a:defRPr>
            </a:lvl9pPr>
          </a:lstStyle>
          <a:p xmlns:a="http://schemas.openxmlformats.org/drawingml/2006/main">
            <a:pPr algn="l">
              <a:lnSpc>
                <a:spcPct val="102000"/>
              </a:lnSpc>
              <a:buNone/>
              <a:defRPr sz="2400" b="0" i="1">
                <a:solidFill>
                  <a:srgbClr val="101329"/>
                </a:solidFill>
                <a:latin typeface="Times New Roman"/>
                <a:ea typeface="Times New Roman"/>
                <a:cs typeface="Times New Roman"/>
              </a:defRPr>
            </a:pPr>
            <a:r>
              <a:rPr sz="2400" b="0" i="1">
                <a:solidFill>
                  <a:srgbClr val="101329"/>
                </a:solidFill>
                <a:latin typeface="Times New Roman"/>
                <a:ea typeface="Times New Roman"/>
                <a:cs typeface="Times New Roman"/>
              </a:rPr>
              <a:t>A</a:t>
            </a:r>
          </a:p>
        </p:txBody>
      </p:sp>
      <p:sp>
        <p:nvSpPr>
          <p:cNvPr id="98" name="TXT_A_blank_sub">
            <a:extLst xmlns:a="http://schemas.openxmlformats.org/drawingml/2006/main">
              <a:ext uri="{FF2B5EF4-FFF2-40B4-BE49-F238E27FC236}">
                <a16:creationId xmlns:a16="http://schemas.microsoft.com/office/drawing/2014/main" id="{6900DA28-513A-4C65-B6CA-F874235D6D88}"/>
              </a:ext>
            </a:extLst>
          </p:cNvPr>
          <p:cNvSpPr>
            <a:spLocks xmlns:a="http://schemas.openxmlformats.org/drawingml/2006/main" noGrp="1"/>
          </p:cNvSpPr>
          <p:nvPr/>
        </p:nvSpPr>
        <p:spPr>
          <a:xfrm xmlns:a="http://schemas.openxmlformats.org/drawingml/2006/main">
            <a:off x="14392275" y="64008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i="0">
                <a:solidFill>
                  <a:srgbClr val="101329"/>
                </a:solidFill>
                <a:latin typeface="Times New Roman"/>
                <a:ea typeface="Times New Roman"/>
                <a:cs typeface="Times New Roman"/>
              </a:defRPr>
            </a:defPPr>
            <a:lvl1pPr algn="l">
              <a:defRPr sz="1575" b="0" i="0">
                <a:solidFill>
                  <a:srgbClr val="101329"/>
                </a:solidFill>
                <a:latin typeface="Times New Roman"/>
                <a:ea typeface="Times New Roman"/>
                <a:cs typeface="Times New Roman"/>
              </a:defRPr>
            </a:lvl1pPr>
            <a:lvl2pPr algn="l">
              <a:defRPr sz="1575" b="0" i="0">
                <a:solidFill>
                  <a:srgbClr val="101329"/>
                </a:solidFill>
                <a:latin typeface="Times New Roman"/>
                <a:ea typeface="Times New Roman"/>
                <a:cs typeface="Times New Roman"/>
              </a:defRPr>
            </a:lvl2pPr>
            <a:lvl3pPr algn="l">
              <a:defRPr sz="1575" b="0" i="0">
                <a:solidFill>
                  <a:srgbClr val="101329"/>
                </a:solidFill>
                <a:latin typeface="Times New Roman"/>
                <a:ea typeface="Times New Roman"/>
                <a:cs typeface="Times New Roman"/>
              </a:defRPr>
            </a:lvl3pPr>
            <a:lvl4pPr algn="l">
              <a:defRPr sz="1575" b="0" i="0">
                <a:solidFill>
                  <a:srgbClr val="101329"/>
                </a:solidFill>
                <a:latin typeface="Times New Roman"/>
                <a:ea typeface="Times New Roman"/>
                <a:cs typeface="Times New Roman"/>
              </a:defRPr>
            </a:lvl4pPr>
            <a:lvl5pPr algn="l">
              <a:defRPr sz="1575" b="0" i="0">
                <a:solidFill>
                  <a:srgbClr val="101329"/>
                </a:solidFill>
                <a:latin typeface="Times New Roman"/>
                <a:ea typeface="Times New Roman"/>
                <a:cs typeface="Times New Roman"/>
              </a:defRPr>
            </a:lvl5pPr>
            <a:lvl6pPr algn="l">
              <a:defRPr sz="1575" b="0" i="0">
                <a:solidFill>
                  <a:srgbClr val="101329"/>
                </a:solidFill>
                <a:latin typeface="Times New Roman"/>
                <a:ea typeface="Times New Roman"/>
                <a:cs typeface="Times New Roman"/>
              </a:defRPr>
            </a:lvl6pPr>
            <a:lvl7pPr algn="l">
              <a:defRPr sz="1575" b="0" i="0">
                <a:solidFill>
                  <a:srgbClr val="101329"/>
                </a:solidFill>
                <a:latin typeface="Times New Roman"/>
                <a:ea typeface="Times New Roman"/>
                <a:cs typeface="Times New Roman"/>
              </a:defRPr>
            </a:lvl7pPr>
            <a:lvl8pPr algn="l">
              <a:defRPr sz="1575" b="0" i="0">
                <a:solidFill>
                  <a:srgbClr val="101329"/>
                </a:solidFill>
                <a:latin typeface="Times New Roman"/>
                <a:ea typeface="Times New Roman"/>
                <a:cs typeface="Times New Roman"/>
              </a:defRPr>
            </a:lvl8pPr>
            <a:lvl9pPr algn="l">
              <a:defRPr sz="1575" b="0" i="0">
                <a:solidFill>
                  <a:srgbClr val="101329"/>
                </a:solidFill>
                <a:latin typeface="Times New Roman"/>
                <a:ea typeface="Times New Roman"/>
                <a:cs typeface="Times New Roman"/>
              </a:defRPr>
            </a:lvl9pPr>
          </a:lstStyle>
          <a:p xmlns:a="http://schemas.openxmlformats.org/drawingml/2006/main">
            <a:pPr algn="l">
              <a:lnSpc>
                <a:spcPct val="102000"/>
              </a:lnSpc>
              <a:buNone/>
              <a:defRPr sz="1575" b="0" i="0">
                <a:solidFill>
                  <a:srgbClr val="101329"/>
                </a:solidFill>
                <a:latin typeface="Times New Roman"/>
                <a:ea typeface="Times New Roman"/>
                <a:cs typeface="Times New Roman"/>
              </a:defRPr>
            </a:pPr>
            <a:r>
              <a:rPr sz="1575" b="0" i="0">
                <a:solidFill>
                  <a:srgbClr val="101329"/>
                </a:solidFill>
                <a:latin typeface="Times New Roman"/>
                <a:ea typeface="Times New Roman"/>
                <a:cs typeface="Times New Roman"/>
              </a:rPr>
              <a:t>blank</a:t>
            </a:r>
          </a:p>
        </p:txBody>
      </p:sp>
      <p:sp>
        <p:nvSpPr>
          <p:cNvPr id="99" name="TXT_screen_A">
            <a:extLst xmlns:a="http://schemas.openxmlformats.org/drawingml/2006/main">
              <a:ext uri="{FF2B5EF4-FFF2-40B4-BE49-F238E27FC236}">
                <a16:creationId xmlns:a16="http://schemas.microsoft.com/office/drawing/2014/main" id="{C3C09532-85A5-46D7-A0F5-B5F0F5080CC4}"/>
              </a:ext>
            </a:extLst>
          </p:cNvPr>
          <p:cNvSpPr>
            <a:spLocks xmlns:a="http://schemas.openxmlformats.org/drawingml/2006/main" noGrp="1"/>
          </p:cNvSpPr>
          <p:nvPr/>
        </p:nvSpPr>
        <p:spPr>
          <a:xfrm xmlns:a="http://schemas.openxmlformats.org/drawingml/2006/main">
            <a:off x="13811250" y="3076575"/>
            <a:ext cx="209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0" i="1">
                <a:solidFill>
                  <a:srgbClr val="101329"/>
                </a:solidFill>
                <a:latin typeface="Times New Roman"/>
                <a:ea typeface="Times New Roman"/>
                <a:cs typeface="Times New Roman"/>
              </a:defRPr>
            </a:defPPr>
            <a:lvl1pPr algn="l">
              <a:defRPr sz="1950" b="0" i="1">
                <a:solidFill>
                  <a:srgbClr val="101329"/>
                </a:solidFill>
                <a:latin typeface="Times New Roman"/>
                <a:ea typeface="Times New Roman"/>
                <a:cs typeface="Times New Roman"/>
              </a:defRPr>
            </a:lvl1pPr>
            <a:lvl2pPr algn="l">
              <a:defRPr sz="1950" b="0" i="1">
                <a:solidFill>
                  <a:srgbClr val="101329"/>
                </a:solidFill>
                <a:latin typeface="Times New Roman"/>
                <a:ea typeface="Times New Roman"/>
                <a:cs typeface="Times New Roman"/>
              </a:defRPr>
            </a:lvl2pPr>
            <a:lvl3pPr algn="l">
              <a:defRPr sz="1950" b="0" i="1">
                <a:solidFill>
                  <a:srgbClr val="101329"/>
                </a:solidFill>
                <a:latin typeface="Times New Roman"/>
                <a:ea typeface="Times New Roman"/>
                <a:cs typeface="Times New Roman"/>
              </a:defRPr>
            </a:lvl3pPr>
            <a:lvl4pPr algn="l">
              <a:defRPr sz="1950" b="0" i="1">
                <a:solidFill>
                  <a:srgbClr val="101329"/>
                </a:solidFill>
                <a:latin typeface="Times New Roman"/>
                <a:ea typeface="Times New Roman"/>
                <a:cs typeface="Times New Roman"/>
              </a:defRPr>
            </a:lvl4pPr>
            <a:lvl5pPr algn="l">
              <a:defRPr sz="1950" b="0" i="1">
                <a:solidFill>
                  <a:srgbClr val="101329"/>
                </a:solidFill>
                <a:latin typeface="Times New Roman"/>
                <a:ea typeface="Times New Roman"/>
                <a:cs typeface="Times New Roman"/>
              </a:defRPr>
            </a:lvl5pPr>
            <a:lvl6pPr algn="l">
              <a:defRPr sz="1950" b="0" i="1">
                <a:solidFill>
                  <a:srgbClr val="101329"/>
                </a:solidFill>
                <a:latin typeface="Times New Roman"/>
                <a:ea typeface="Times New Roman"/>
                <a:cs typeface="Times New Roman"/>
              </a:defRPr>
            </a:lvl6pPr>
            <a:lvl7pPr algn="l">
              <a:defRPr sz="1950" b="0" i="1">
                <a:solidFill>
                  <a:srgbClr val="101329"/>
                </a:solidFill>
                <a:latin typeface="Times New Roman"/>
                <a:ea typeface="Times New Roman"/>
                <a:cs typeface="Times New Roman"/>
              </a:defRPr>
            </a:lvl7pPr>
            <a:lvl8pPr algn="l">
              <a:defRPr sz="1950" b="0" i="1">
                <a:solidFill>
                  <a:srgbClr val="101329"/>
                </a:solidFill>
                <a:latin typeface="Times New Roman"/>
                <a:ea typeface="Times New Roman"/>
                <a:cs typeface="Times New Roman"/>
              </a:defRPr>
            </a:lvl8pPr>
            <a:lvl9pPr algn="l">
              <a:defRPr sz="1950" b="0" i="1">
                <a:solidFill>
                  <a:srgbClr val="101329"/>
                </a:solidFill>
                <a:latin typeface="Times New Roman"/>
                <a:ea typeface="Times New Roman"/>
                <a:cs typeface="Times New Roman"/>
              </a:defRPr>
            </a:lvl9pPr>
          </a:lstStyle>
          <a:p xmlns:a="http://schemas.openxmlformats.org/drawingml/2006/main">
            <a:pPr algn="l">
              <a:lnSpc>
                <a:spcPct val="102000"/>
              </a:lnSpc>
              <a:buNone/>
              <a:defRPr sz="1950" b="0" i="1">
                <a:solidFill>
                  <a:srgbClr val="101329"/>
                </a:solidFill>
                <a:latin typeface="Times New Roman"/>
                <a:ea typeface="Times New Roman"/>
                <a:cs typeface="Times New Roman"/>
              </a:defRPr>
            </a:pPr>
            <a:r>
              <a:rPr sz="1950" b="0" i="1">
                <a:solidFill>
                  <a:srgbClr val="101329"/>
                </a:solidFill>
                <a:latin typeface="Times New Roman"/>
                <a:ea typeface="Times New Roman"/>
                <a:cs typeface="Times New Roman"/>
              </a:rPr>
              <a:t>A</a:t>
            </a:r>
          </a:p>
        </p:txBody>
      </p:sp>
      <p:sp>
        <p:nvSpPr>
          <p:cNvPr id="100" name="TXT_screen_595">
            <a:extLst xmlns:a="http://schemas.openxmlformats.org/drawingml/2006/main">
              <a:ext uri="{FF2B5EF4-FFF2-40B4-BE49-F238E27FC236}">
                <a16:creationId xmlns:a16="http://schemas.microsoft.com/office/drawing/2014/main" id="{47717F5D-737E-44DE-9347-CAC3B20EB804}"/>
              </a:ext>
            </a:extLst>
          </p:cNvPr>
          <p:cNvSpPr>
            <a:spLocks xmlns:a="http://schemas.openxmlformats.org/drawingml/2006/main" noGrp="1"/>
          </p:cNvSpPr>
          <p:nvPr/>
        </p:nvSpPr>
        <p:spPr>
          <a:xfrm xmlns:a="http://schemas.openxmlformats.org/drawingml/2006/main">
            <a:off x="14020800" y="32099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i="0">
                <a:solidFill>
                  <a:srgbClr val="101329"/>
                </a:solidFill>
                <a:latin typeface="Times New Roman"/>
                <a:ea typeface="Times New Roman"/>
                <a:cs typeface="Times New Roman"/>
              </a:defRPr>
            </a:defPPr>
            <a:lvl1pPr algn="l">
              <a:defRPr sz="1200" b="0" i="0">
                <a:solidFill>
                  <a:srgbClr val="101329"/>
                </a:solidFill>
                <a:latin typeface="Times New Roman"/>
                <a:ea typeface="Times New Roman"/>
                <a:cs typeface="Times New Roman"/>
              </a:defRPr>
            </a:lvl1pPr>
            <a:lvl2pPr algn="l">
              <a:defRPr sz="1200" b="0" i="0">
                <a:solidFill>
                  <a:srgbClr val="101329"/>
                </a:solidFill>
                <a:latin typeface="Times New Roman"/>
                <a:ea typeface="Times New Roman"/>
                <a:cs typeface="Times New Roman"/>
              </a:defRPr>
            </a:lvl2pPr>
            <a:lvl3pPr algn="l">
              <a:defRPr sz="1200" b="0" i="0">
                <a:solidFill>
                  <a:srgbClr val="101329"/>
                </a:solidFill>
                <a:latin typeface="Times New Roman"/>
                <a:ea typeface="Times New Roman"/>
                <a:cs typeface="Times New Roman"/>
              </a:defRPr>
            </a:lvl3pPr>
            <a:lvl4pPr algn="l">
              <a:defRPr sz="1200" b="0" i="0">
                <a:solidFill>
                  <a:srgbClr val="101329"/>
                </a:solidFill>
                <a:latin typeface="Times New Roman"/>
                <a:ea typeface="Times New Roman"/>
                <a:cs typeface="Times New Roman"/>
              </a:defRPr>
            </a:lvl4pPr>
            <a:lvl5pPr algn="l">
              <a:defRPr sz="1200" b="0" i="0">
                <a:solidFill>
                  <a:srgbClr val="101329"/>
                </a:solidFill>
                <a:latin typeface="Times New Roman"/>
                <a:ea typeface="Times New Roman"/>
                <a:cs typeface="Times New Roman"/>
              </a:defRPr>
            </a:lvl5pPr>
            <a:lvl6pPr algn="l">
              <a:defRPr sz="1200" b="0" i="0">
                <a:solidFill>
                  <a:srgbClr val="101329"/>
                </a:solidFill>
                <a:latin typeface="Times New Roman"/>
                <a:ea typeface="Times New Roman"/>
                <a:cs typeface="Times New Roman"/>
              </a:defRPr>
            </a:lvl6pPr>
            <a:lvl7pPr algn="l">
              <a:defRPr sz="1200" b="0" i="0">
                <a:solidFill>
                  <a:srgbClr val="101329"/>
                </a:solidFill>
                <a:latin typeface="Times New Roman"/>
                <a:ea typeface="Times New Roman"/>
                <a:cs typeface="Times New Roman"/>
              </a:defRPr>
            </a:lvl7pPr>
            <a:lvl8pPr algn="l">
              <a:defRPr sz="1200" b="0" i="0">
                <a:solidFill>
                  <a:srgbClr val="101329"/>
                </a:solidFill>
                <a:latin typeface="Times New Roman"/>
                <a:ea typeface="Times New Roman"/>
                <a:cs typeface="Times New Roman"/>
              </a:defRPr>
            </a:lvl8pPr>
            <a:lvl9pPr algn="l">
              <a:defRPr sz="1200" b="0" i="0">
                <a:solidFill>
                  <a:srgbClr val="101329"/>
                </a:solidFill>
                <a:latin typeface="Times New Roman"/>
                <a:ea typeface="Times New Roman"/>
                <a:cs typeface="Times New Roman"/>
              </a:defRPr>
            </a:lvl9pPr>
          </a:lstStyle>
          <a:p xmlns:a="http://schemas.openxmlformats.org/drawingml/2006/main">
            <a:pPr algn="l">
              <a:lnSpc>
                <a:spcPct val="102000"/>
              </a:lnSpc>
              <a:buNone/>
              <a:defRPr sz="1200" b="0" i="0">
                <a:solidFill>
                  <a:srgbClr val="101329"/>
                </a:solidFill>
                <a:latin typeface="Times New Roman"/>
                <a:ea typeface="Times New Roman"/>
                <a:cs typeface="Times New Roman"/>
              </a:defRPr>
            </a:pPr>
            <a:r>
              <a:rPr sz="1200" b="0" i="0">
                <a:solidFill>
                  <a:srgbClr val="101329"/>
                </a:solidFill>
                <a:latin typeface="Times New Roman"/>
                <a:ea typeface="Times New Roman"/>
                <a:cs typeface="Times New Roman"/>
              </a:rPr>
              <a:t>595</a:t>
            </a:r>
          </a:p>
        </p:txBody>
      </p:sp>
      <p:sp>
        <p:nvSpPr>
          <p:cNvPr id="101" name="TXT_screen_nm">
            <a:extLst xmlns:a="http://schemas.openxmlformats.org/drawingml/2006/main">
              <a:ext uri="{FF2B5EF4-FFF2-40B4-BE49-F238E27FC236}">
                <a16:creationId xmlns:a16="http://schemas.microsoft.com/office/drawing/2014/main" id="{9293A3F5-C0E8-4179-BEA4-11F20110CE6B}"/>
              </a:ext>
            </a:extLst>
          </p:cNvPr>
          <p:cNvSpPr>
            <a:spLocks xmlns:a="http://schemas.openxmlformats.org/drawingml/2006/main" noGrp="1"/>
          </p:cNvSpPr>
          <p:nvPr/>
        </p:nvSpPr>
        <p:spPr>
          <a:xfrm xmlns:a="http://schemas.openxmlformats.org/drawingml/2006/main">
            <a:off x="14363700" y="3152775"/>
            <a:ext cx="2762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i="0">
                <a:solidFill>
                  <a:srgbClr val="101329"/>
                </a:solidFill>
                <a:latin typeface="Times New Roman"/>
                <a:ea typeface="Times New Roman"/>
                <a:cs typeface="Times New Roman"/>
              </a:defRPr>
            </a:defPPr>
            <a:lvl1pPr algn="l">
              <a:defRPr sz="1425" b="0" i="0">
                <a:solidFill>
                  <a:srgbClr val="101329"/>
                </a:solidFill>
                <a:latin typeface="Times New Roman"/>
                <a:ea typeface="Times New Roman"/>
                <a:cs typeface="Times New Roman"/>
              </a:defRPr>
            </a:lvl1pPr>
            <a:lvl2pPr algn="l">
              <a:defRPr sz="1425" b="0" i="0">
                <a:solidFill>
                  <a:srgbClr val="101329"/>
                </a:solidFill>
                <a:latin typeface="Times New Roman"/>
                <a:ea typeface="Times New Roman"/>
                <a:cs typeface="Times New Roman"/>
              </a:defRPr>
            </a:lvl2pPr>
            <a:lvl3pPr algn="l">
              <a:defRPr sz="1425" b="0" i="0">
                <a:solidFill>
                  <a:srgbClr val="101329"/>
                </a:solidFill>
                <a:latin typeface="Times New Roman"/>
                <a:ea typeface="Times New Roman"/>
                <a:cs typeface="Times New Roman"/>
              </a:defRPr>
            </a:lvl3pPr>
            <a:lvl4pPr algn="l">
              <a:defRPr sz="1425" b="0" i="0">
                <a:solidFill>
                  <a:srgbClr val="101329"/>
                </a:solidFill>
                <a:latin typeface="Times New Roman"/>
                <a:ea typeface="Times New Roman"/>
                <a:cs typeface="Times New Roman"/>
              </a:defRPr>
            </a:lvl4pPr>
            <a:lvl5pPr algn="l">
              <a:defRPr sz="1425" b="0" i="0">
                <a:solidFill>
                  <a:srgbClr val="101329"/>
                </a:solidFill>
                <a:latin typeface="Times New Roman"/>
                <a:ea typeface="Times New Roman"/>
                <a:cs typeface="Times New Roman"/>
              </a:defRPr>
            </a:lvl5pPr>
            <a:lvl6pPr algn="l">
              <a:defRPr sz="1425" b="0" i="0">
                <a:solidFill>
                  <a:srgbClr val="101329"/>
                </a:solidFill>
                <a:latin typeface="Times New Roman"/>
                <a:ea typeface="Times New Roman"/>
                <a:cs typeface="Times New Roman"/>
              </a:defRPr>
            </a:lvl6pPr>
            <a:lvl7pPr algn="l">
              <a:defRPr sz="1425" b="0" i="0">
                <a:solidFill>
                  <a:srgbClr val="101329"/>
                </a:solidFill>
                <a:latin typeface="Times New Roman"/>
                <a:ea typeface="Times New Roman"/>
                <a:cs typeface="Times New Roman"/>
              </a:defRPr>
            </a:lvl7pPr>
            <a:lvl8pPr algn="l">
              <a:defRPr sz="1425" b="0" i="0">
                <a:solidFill>
                  <a:srgbClr val="101329"/>
                </a:solidFill>
                <a:latin typeface="Times New Roman"/>
                <a:ea typeface="Times New Roman"/>
                <a:cs typeface="Times New Roman"/>
              </a:defRPr>
            </a:lvl8pPr>
            <a:lvl9pPr algn="l">
              <a:defRPr sz="1425" b="0" i="0">
                <a:solidFill>
                  <a:srgbClr val="101329"/>
                </a:solidFill>
                <a:latin typeface="Times New Roman"/>
                <a:ea typeface="Times New Roman"/>
                <a:cs typeface="Times New Roman"/>
              </a:defRPr>
            </a:lvl9pPr>
          </a:lstStyle>
          <a:p xmlns:a="http://schemas.openxmlformats.org/drawingml/2006/main">
            <a:pPr algn="l">
              <a:lnSpc>
                <a:spcPct val="102000"/>
              </a:lnSpc>
              <a:buNone/>
              <a:defRPr sz="1425" b="0" i="0">
                <a:solidFill>
                  <a:srgbClr val="101329"/>
                </a:solidFill>
                <a:latin typeface="Times New Roman"/>
                <a:ea typeface="Times New Roman"/>
                <a:cs typeface="Times New Roman"/>
              </a:defRPr>
            </a:pPr>
            <a:r>
              <a:rPr sz="1425" b="0" i="0">
                <a:solidFill>
                  <a:srgbClr val="101329"/>
                </a:solidFill>
                <a:latin typeface="Times New Roman"/>
                <a:ea typeface="Times New Roman"/>
                <a:cs typeface="Times New Roman"/>
              </a:rPr>
              <a:t>nm</a:t>
            </a:r>
          </a:p>
        </p:txBody>
      </p:sp>
    </p:spTree>
    <p:extLst>
      <p:ext uri="{BB962C8B-B14F-4D97-AF65-F5344CB8AC3E}">
        <p14:creationId xmlns:p14="http://schemas.microsoft.com/office/powerpoint/2010/main" val="15570608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2026-10-26T07:51:19.4060000Z</dcterms:created>
  <dcterms:modified xsi:type="dcterms:W3CDTF">2026-10-26T07:51:19.4060000Z</dcterms:modified>
</coreProperties>
</file>